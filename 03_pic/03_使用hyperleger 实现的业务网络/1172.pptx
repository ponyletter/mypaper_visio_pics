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276200-427E-4E18-9B35-8FEF8E85CB35}" type="datetimeFigureOut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01C422-9722-4222-B8A4-2A0C5C73A5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105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01C422-9722-4222-B8A4-2A0C5C73A51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625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57A6D3-D764-6ECA-C86A-EBF26DECF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6F9186-F0B6-6D0A-2692-D5B25E8376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89E63E-C815-1E4E-9159-DA064A1F2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1745DE-3A67-A914-3B2B-A4D9D6F97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61AD43-F1EF-2047-8770-3B4CE8188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394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2AA64A-F1D8-F7B7-A5B0-CC00CE4E3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B9EE35-1197-5E1E-51FA-EF11F855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A046F5-9662-4258-D7B0-CC05F353D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18163D-5CB6-B8C8-0157-559911318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86FE2A-89FD-E310-3A9D-0D2315BEB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954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5222CB-3B75-6C6D-CFE1-A15CDFC98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F5CBEF-61A9-0609-8532-3DEF96FA1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1532ED-19B5-A786-B9C0-2BF39F080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82E7C1-F57D-58EC-9AC9-05ACBBAAE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2F8697-9EA6-7E59-7489-F186413D4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985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7A2954-690D-F056-4C1A-1AF9AAEE6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C96268-E95A-C164-FF6E-C611D40A91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BB8006-31AE-EB50-AF01-4F49BA822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58DB96-C164-7A2F-9012-6DBEAF478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B7568C-AFCC-016D-68AA-AA1EF3EE1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6B74A7-E7A1-A324-ADEB-C44916171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191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C7B467-A59B-3793-61D0-A58766D73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664484-59C1-9E29-7EC0-D631D7841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AD26D2-EB96-AA2F-5FBB-C49459207F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98FA1C-19CF-D291-3A17-206E9504D0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F81BD70-CF0A-2C7D-9A7B-462420B78E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8CB2554-D933-7043-784D-21B65F4C9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B0F8137-1DDA-F85D-4265-509A896E2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F75D3CA-BDBE-1E31-0A2A-1505F4EA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1017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E03A38-551F-9BBD-A141-ACD5BBA38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9E69671-1594-0A0C-178B-F2C38086D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915277E-D8FD-DB0E-6D1C-3EE7E9A5E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84A506-46AF-507C-8257-E07B93879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837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33CB29D-5C9D-B2DA-10D4-B303E278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0661BAB-000D-0EEA-6CB5-91976C1C3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A3A03E-9DFD-1693-EA11-DF1F723A2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532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723483-43AD-8231-C603-E643A77F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D809F4-336A-EA1B-6BB8-836EF7B7C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CB027E-673C-6BD6-3177-B8E53B8973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78569A-E3B6-B358-3876-C79150AF0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0773A7-65CF-1B8E-38BD-F05541661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3D92CF-6BC0-8824-5F4C-65C305739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6725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6CD5D8-F19A-0250-5C35-891EB0511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5599EA7-60FE-D0F6-F570-5F8685264F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8348EF-8545-0915-3A68-CA629BA4F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767EF0-98AD-791B-4E56-31872C2B6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637164-3C9C-7A9C-5BF9-5FDFA0B39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5D9575-FADE-4571-3ECC-143F57AD9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477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299A2-DAD2-A45B-9909-068EA3472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A92B6D-FA83-5F34-C5AE-1D0B60DBC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3B5A72-35E7-8762-8734-89B92A719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C7B9D2-FC92-460A-42EA-244CA841C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AE114C-69BC-3EB2-9ED7-0108A0873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4578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F97E1D6-3615-39E7-F395-42FDBC48C3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3A0BC3-B0AF-E2D0-14C5-523E91A1FB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0D15AA-0751-2EB4-FC66-1903AAAD3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F40244-CFB4-65AC-A642-D998644D1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D45053-DE08-9B01-BC89-B4C5B3AB6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672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17764BF-7F9D-A137-F550-682B2CE2F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3F8AF9-8ABA-9E13-8E19-3AB99A860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52A60E-EA2B-C615-4911-9CC822ADC7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4190E-87F8-48AE-9B9C-3A90BC79BC72}" type="datetimeFigureOut">
              <a:rPr lang="zh-CN" altLang="en-US" smtClean="0"/>
              <a:t>2024/11/7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24C4F0-0A74-AD3F-D2B7-D782E5A536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6B769F-9D9A-CA13-8EDD-ED3280666D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C5E75-792C-479E-81F6-5A983DB40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400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组合 187">
            <a:extLst>
              <a:ext uri="{FF2B5EF4-FFF2-40B4-BE49-F238E27FC236}">
                <a16:creationId xmlns:a16="http://schemas.microsoft.com/office/drawing/2014/main" id="{B5D09DB5-1426-0EDF-7815-D0ECE191663D}"/>
              </a:ext>
            </a:extLst>
          </p:cNvPr>
          <p:cNvGrpSpPr/>
          <p:nvPr/>
        </p:nvGrpSpPr>
        <p:grpSpPr>
          <a:xfrm>
            <a:off x="475255" y="958849"/>
            <a:ext cx="11389803" cy="4757521"/>
            <a:chOff x="475255" y="958849"/>
            <a:chExt cx="11389803" cy="4757521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B45BCE2B-FB8A-7C21-27CB-EF46902836CC}"/>
                </a:ext>
              </a:extLst>
            </p:cNvPr>
            <p:cNvSpPr/>
            <p:nvPr/>
          </p:nvSpPr>
          <p:spPr>
            <a:xfrm>
              <a:off x="2400299" y="3324225"/>
              <a:ext cx="7096125" cy="838200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4E8F6236-E2AE-566F-2980-DA68D0B2AB25}"/>
                </a:ext>
              </a:extLst>
            </p:cNvPr>
            <p:cNvGrpSpPr/>
            <p:nvPr/>
          </p:nvGrpSpPr>
          <p:grpSpPr>
            <a:xfrm>
              <a:off x="2997337" y="4476750"/>
              <a:ext cx="2254383" cy="1239620"/>
              <a:chOff x="2997337" y="4476750"/>
              <a:chExt cx="2254383" cy="1239620"/>
            </a:xfrm>
          </p:grpSpPr>
          <p:sp>
            <p:nvSpPr>
              <p:cNvPr id="14" name="矩形: 圆角 13">
                <a:extLst>
                  <a:ext uri="{FF2B5EF4-FFF2-40B4-BE49-F238E27FC236}">
                    <a16:creationId xmlns:a16="http://schemas.microsoft.com/office/drawing/2014/main" id="{3F66F907-1518-1FF8-E6C5-709A9DF9D76B}"/>
                  </a:ext>
                </a:extLst>
              </p:cNvPr>
              <p:cNvSpPr/>
              <p:nvPr/>
            </p:nvSpPr>
            <p:spPr>
              <a:xfrm>
                <a:off x="3562349" y="4476750"/>
                <a:ext cx="866775" cy="864000"/>
              </a:xfrm>
              <a:prstGeom prst="round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  <p:sp>
            <p:nvSpPr>
              <p:cNvPr id="15" name="双波形 14">
                <a:extLst>
                  <a:ext uri="{FF2B5EF4-FFF2-40B4-BE49-F238E27FC236}">
                    <a16:creationId xmlns:a16="http://schemas.microsoft.com/office/drawing/2014/main" id="{D5AAC79A-F27B-AF30-8C6D-F4C283DC69DD}"/>
                  </a:ext>
                </a:extLst>
              </p:cNvPr>
              <p:cNvSpPr/>
              <p:nvPr/>
            </p:nvSpPr>
            <p:spPr>
              <a:xfrm>
                <a:off x="4223020" y="5148263"/>
                <a:ext cx="1028700" cy="542925"/>
              </a:xfrm>
              <a:prstGeom prst="doubleWav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C99861D-3C41-4381-1AC8-1411E7DA9828}"/>
                  </a:ext>
                </a:extLst>
              </p:cNvPr>
              <p:cNvSpPr txBox="1"/>
              <p:nvPr/>
            </p:nvSpPr>
            <p:spPr>
              <a:xfrm>
                <a:off x="4223020" y="5245776"/>
                <a:ext cx="966787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300" dirty="0">
                    <a:latin typeface="Ebrima" panose="02000000000000000000" pitchFamily="2" charset="0"/>
                    <a:cs typeface="Ebrima" panose="02000000000000000000" pitchFamily="2" charset="0"/>
                  </a:rPr>
                  <a:t>Ledger</a:t>
                </a:r>
              </a:p>
            </p:txBody>
          </p:sp>
          <p:sp>
            <p:nvSpPr>
              <p:cNvPr id="17" name="矩形: 折角 16">
                <a:extLst>
                  <a:ext uri="{FF2B5EF4-FFF2-40B4-BE49-F238E27FC236}">
                    <a16:creationId xmlns:a16="http://schemas.microsoft.com/office/drawing/2014/main" id="{DA23C8BE-D9AE-9576-30D7-F69EB0487B38}"/>
                  </a:ext>
                </a:extLst>
              </p:cNvPr>
              <p:cNvSpPr/>
              <p:nvPr/>
            </p:nvSpPr>
            <p:spPr>
              <a:xfrm>
                <a:off x="3149738" y="5082957"/>
                <a:ext cx="685798" cy="633413"/>
              </a:xfrm>
              <a:prstGeom prst="foldedCorner">
                <a:avLst>
                  <a:gd name="adj" fmla="val 39223"/>
                </a:avLst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554852A-F448-CB4F-4F53-EE5567CC3F46}"/>
                  </a:ext>
                </a:extLst>
              </p:cNvPr>
              <p:cNvSpPr txBox="1"/>
              <p:nvPr/>
            </p:nvSpPr>
            <p:spPr>
              <a:xfrm>
                <a:off x="3500436" y="4735354"/>
                <a:ext cx="990600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sz="1300" dirty="0">
                    <a:latin typeface="Ebrima" panose="02000000000000000000" pitchFamily="2" charset="0"/>
                    <a:cs typeface="Ebrima" panose="02000000000000000000" pitchFamily="2" charset="0"/>
                  </a:rPr>
                  <a:t>Peer</a:t>
                </a:r>
                <a:r>
                  <a:rPr lang="en-US" altLang="zh-CN" sz="1300" dirty="0">
                    <a:latin typeface="Ebrima" panose="02000000000000000000" pitchFamily="2" charset="0"/>
                    <a:ea typeface="Ebrima" panose="02000000000000000000" pitchFamily="2" charset="0"/>
                    <a:cs typeface="Ebrima" panose="02000000000000000000" pitchFamily="2" charset="0"/>
                  </a:rPr>
                  <a:t>2</a:t>
                </a:r>
                <a:endParaRPr lang="zh-CN" altLang="en-US" sz="1300" dirty="0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6B5B893-6946-40F1-DE27-9B57C0949B8A}"/>
                  </a:ext>
                </a:extLst>
              </p:cNvPr>
              <p:cNvSpPr txBox="1"/>
              <p:nvPr/>
            </p:nvSpPr>
            <p:spPr>
              <a:xfrm>
                <a:off x="2997337" y="5115938"/>
                <a:ext cx="990600" cy="451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>
                  <a:lnSpc>
                    <a:spcPts val="1400"/>
                  </a:lnSpc>
                </a:pPr>
                <a:r>
                  <a:rPr lang="en-US" altLang="zh-CN" sz="1300" dirty="0">
                    <a:latin typeface="Ebrima" panose="02000000000000000000" pitchFamily="2" charset="0"/>
                    <a:ea typeface="Ebrima" panose="02000000000000000000" pitchFamily="2" charset="0"/>
                    <a:cs typeface="Ebrima" panose="02000000000000000000" pitchFamily="2" charset="0"/>
                  </a:rPr>
                  <a:t>Smart contract </a:t>
                </a:r>
                <a:endParaRPr lang="zh-CN" altLang="en-US" sz="1300" dirty="0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0C991DB4-C42C-D968-98F1-76402454A663}"/>
                </a:ext>
              </a:extLst>
            </p:cNvPr>
            <p:cNvGrpSpPr/>
            <p:nvPr/>
          </p:nvGrpSpPr>
          <p:grpSpPr>
            <a:xfrm>
              <a:off x="6680475" y="4462762"/>
              <a:ext cx="2254383" cy="1239620"/>
              <a:chOff x="2997337" y="4476750"/>
              <a:chExt cx="2254383" cy="1239620"/>
            </a:xfrm>
          </p:grpSpPr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BD440702-34BE-021D-D8A8-D7836482A83A}"/>
                  </a:ext>
                </a:extLst>
              </p:cNvPr>
              <p:cNvSpPr/>
              <p:nvPr/>
            </p:nvSpPr>
            <p:spPr>
              <a:xfrm>
                <a:off x="3562349" y="4476750"/>
                <a:ext cx="866775" cy="864000"/>
              </a:xfrm>
              <a:prstGeom prst="round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  <p:sp>
            <p:nvSpPr>
              <p:cNvPr id="24" name="双波形 23">
                <a:extLst>
                  <a:ext uri="{FF2B5EF4-FFF2-40B4-BE49-F238E27FC236}">
                    <a16:creationId xmlns:a16="http://schemas.microsoft.com/office/drawing/2014/main" id="{CF25C1DD-C86C-244C-8A08-CD2E62D370EC}"/>
                  </a:ext>
                </a:extLst>
              </p:cNvPr>
              <p:cNvSpPr/>
              <p:nvPr/>
            </p:nvSpPr>
            <p:spPr>
              <a:xfrm>
                <a:off x="4223020" y="5148263"/>
                <a:ext cx="1028700" cy="542925"/>
              </a:xfrm>
              <a:prstGeom prst="doubleWav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3B3A7307-7FEB-7C87-FE5C-3D8FA6DF8DB8}"/>
                  </a:ext>
                </a:extLst>
              </p:cNvPr>
              <p:cNvSpPr txBox="1"/>
              <p:nvPr/>
            </p:nvSpPr>
            <p:spPr>
              <a:xfrm>
                <a:off x="4223020" y="5245776"/>
                <a:ext cx="966787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300" dirty="0">
                    <a:latin typeface="Ebrima" panose="02000000000000000000" pitchFamily="2" charset="0"/>
                    <a:cs typeface="Ebrima" panose="02000000000000000000" pitchFamily="2" charset="0"/>
                  </a:rPr>
                  <a:t>Ledger</a:t>
                </a:r>
              </a:p>
            </p:txBody>
          </p:sp>
          <p:sp>
            <p:nvSpPr>
              <p:cNvPr id="26" name="矩形: 折角 25">
                <a:extLst>
                  <a:ext uri="{FF2B5EF4-FFF2-40B4-BE49-F238E27FC236}">
                    <a16:creationId xmlns:a16="http://schemas.microsoft.com/office/drawing/2014/main" id="{C659EE96-454E-D5B0-F373-B94157729D28}"/>
                  </a:ext>
                </a:extLst>
              </p:cNvPr>
              <p:cNvSpPr/>
              <p:nvPr/>
            </p:nvSpPr>
            <p:spPr>
              <a:xfrm>
                <a:off x="3149738" y="5082957"/>
                <a:ext cx="685798" cy="633413"/>
              </a:xfrm>
              <a:prstGeom prst="foldedCorner">
                <a:avLst>
                  <a:gd name="adj" fmla="val 39223"/>
                </a:avLst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1CF87C4C-700B-715C-0C78-4521A2792737}"/>
                  </a:ext>
                </a:extLst>
              </p:cNvPr>
              <p:cNvSpPr txBox="1"/>
              <p:nvPr/>
            </p:nvSpPr>
            <p:spPr>
              <a:xfrm>
                <a:off x="3500436" y="4735354"/>
                <a:ext cx="990600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sz="1300" dirty="0">
                    <a:latin typeface="Ebrima" panose="02000000000000000000" pitchFamily="2" charset="0"/>
                    <a:cs typeface="Ebrima" panose="02000000000000000000" pitchFamily="2" charset="0"/>
                  </a:rPr>
                  <a:t>Peer4</a:t>
                </a: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6CCF648-E610-BDB4-A9C2-03268BD1613E}"/>
                  </a:ext>
                </a:extLst>
              </p:cNvPr>
              <p:cNvSpPr txBox="1"/>
              <p:nvPr/>
            </p:nvSpPr>
            <p:spPr>
              <a:xfrm>
                <a:off x="2997337" y="5115938"/>
                <a:ext cx="990600" cy="451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>
                  <a:lnSpc>
                    <a:spcPts val="1400"/>
                  </a:lnSpc>
                </a:pPr>
                <a:r>
                  <a:rPr lang="en-US" altLang="zh-CN" sz="1300" dirty="0">
                    <a:latin typeface="Ebrima" panose="02000000000000000000" pitchFamily="2" charset="0"/>
                    <a:ea typeface="Ebrima" panose="02000000000000000000" pitchFamily="2" charset="0"/>
                    <a:cs typeface="Ebrima" panose="02000000000000000000" pitchFamily="2" charset="0"/>
                  </a:rPr>
                  <a:t>Smart contract </a:t>
                </a:r>
                <a:endParaRPr lang="zh-CN" altLang="en-US" sz="1300" dirty="0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</p:grp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9CED8089-60B1-9D25-DB62-413E1B3208EF}"/>
                </a:ext>
              </a:extLst>
            </p:cNvPr>
            <p:cNvCxnSpPr>
              <a:cxnSpLocks/>
            </p:cNvCxnSpPr>
            <p:nvPr/>
          </p:nvCxnSpPr>
          <p:spPr>
            <a:xfrm>
              <a:off x="7678874" y="4104826"/>
              <a:ext cx="0" cy="357936"/>
            </a:xfrm>
            <a:prstGeom prst="line">
              <a:avLst/>
            </a:prstGeom>
            <a:ln w="22225"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0AC7D029-327F-B7FC-B9F3-31B80281CF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91836" y="4104826"/>
              <a:ext cx="7799" cy="367012"/>
            </a:xfrm>
            <a:prstGeom prst="line">
              <a:avLst/>
            </a:prstGeom>
            <a:ln w="22225"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095DB86A-D811-5DDC-0F07-0827B5A7CD06}"/>
                </a:ext>
              </a:extLst>
            </p:cNvPr>
            <p:cNvGrpSpPr/>
            <p:nvPr/>
          </p:nvGrpSpPr>
          <p:grpSpPr>
            <a:xfrm>
              <a:off x="7448964" y="1974471"/>
              <a:ext cx="2254383" cy="1239620"/>
              <a:chOff x="2997337" y="4476750"/>
              <a:chExt cx="2254383" cy="1239620"/>
            </a:xfrm>
          </p:grpSpPr>
          <p:sp>
            <p:nvSpPr>
              <p:cNvPr id="34" name="矩形: 圆角 33">
                <a:extLst>
                  <a:ext uri="{FF2B5EF4-FFF2-40B4-BE49-F238E27FC236}">
                    <a16:creationId xmlns:a16="http://schemas.microsoft.com/office/drawing/2014/main" id="{43471CAC-08A4-4DEE-7379-CD93C14DE5F3}"/>
                  </a:ext>
                </a:extLst>
              </p:cNvPr>
              <p:cNvSpPr/>
              <p:nvPr/>
            </p:nvSpPr>
            <p:spPr>
              <a:xfrm>
                <a:off x="3562349" y="4476750"/>
                <a:ext cx="866775" cy="864000"/>
              </a:xfrm>
              <a:prstGeom prst="round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  <p:sp>
            <p:nvSpPr>
              <p:cNvPr id="35" name="双波形 34">
                <a:extLst>
                  <a:ext uri="{FF2B5EF4-FFF2-40B4-BE49-F238E27FC236}">
                    <a16:creationId xmlns:a16="http://schemas.microsoft.com/office/drawing/2014/main" id="{C0ECBCAD-7925-D16A-1625-83C89DA09C2E}"/>
                  </a:ext>
                </a:extLst>
              </p:cNvPr>
              <p:cNvSpPr/>
              <p:nvPr/>
            </p:nvSpPr>
            <p:spPr>
              <a:xfrm>
                <a:off x="4223020" y="5148263"/>
                <a:ext cx="1028700" cy="542925"/>
              </a:xfrm>
              <a:prstGeom prst="doubleWav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4E7FC84F-1CE2-1C29-77D9-306766FE61DF}"/>
                  </a:ext>
                </a:extLst>
              </p:cNvPr>
              <p:cNvSpPr txBox="1"/>
              <p:nvPr/>
            </p:nvSpPr>
            <p:spPr>
              <a:xfrm>
                <a:off x="4223020" y="5245776"/>
                <a:ext cx="966787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300" dirty="0">
                    <a:latin typeface="Ebrima" panose="02000000000000000000" pitchFamily="2" charset="0"/>
                    <a:cs typeface="Ebrima" panose="02000000000000000000" pitchFamily="2" charset="0"/>
                  </a:rPr>
                  <a:t>Ledger</a:t>
                </a:r>
              </a:p>
            </p:txBody>
          </p:sp>
          <p:sp>
            <p:nvSpPr>
              <p:cNvPr id="37" name="矩形: 折角 36">
                <a:extLst>
                  <a:ext uri="{FF2B5EF4-FFF2-40B4-BE49-F238E27FC236}">
                    <a16:creationId xmlns:a16="http://schemas.microsoft.com/office/drawing/2014/main" id="{26F1CCE9-952B-CBA7-4D0D-895BF8A83E3A}"/>
                  </a:ext>
                </a:extLst>
              </p:cNvPr>
              <p:cNvSpPr/>
              <p:nvPr/>
            </p:nvSpPr>
            <p:spPr>
              <a:xfrm>
                <a:off x="3149738" y="5082957"/>
                <a:ext cx="685798" cy="633413"/>
              </a:xfrm>
              <a:prstGeom prst="foldedCorner">
                <a:avLst>
                  <a:gd name="adj" fmla="val 39223"/>
                </a:avLst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70E4F266-3B1B-CC76-2289-43B1A49533AA}"/>
                  </a:ext>
                </a:extLst>
              </p:cNvPr>
              <p:cNvSpPr txBox="1"/>
              <p:nvPr/>
            </p:nvSpPr>
            <p:spPr>
              <a:xfrm>
                <a:off x="3500436" y="4735354"/>
                <a:ext cx="990600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sz="1300" dirty="0">
                    <a:latin typeface="Ebrima" panose="02000000000000000000" pitchFamily="2" charset="0"/>
                    <a:cs typeface="Ebrima" panose="02000000000000000000" pitchFamily="2" charset="0"/>
                  </a:rPr>
                  <a:t>Peer</a:t>
                </a:r>
                <a:r>
                  <a:rPr lang="en-US" altLang="zh-CN" sz="1300" dirty="0">
                    <a:latin typeface="Ebrima" panose="02000000000000000000" pitchFamily="2" charset="0"/>
                    <a:ea typeface="Ebrima" panose="02000000000000000000" pitchFamily="2" charset="0"/>
                    <a:cs typeface="Ebrima" panose="02000000000000000000" pitchFamily="2" charset="0"/>
                  </a:rPr>
                  <a:t>3</a:t>
                </a:r>
                <a:endParaRPr lang="zh-CN" altLang="en-US" sz="1300" dirty="0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42BECB20-5029-88B6-2609-1D814C193E40}"/>
                  </a:ext>
                </a:extLst>
              </p:cNvPr>
              <p:cNvSpPr txBox="1"/>
              <p:nvPr/>
            </p:nvSpPr>
            <p:spPr>
              <a:xfrm>
                <a:off x="2997337" y="5115938"/>
                <a:ext cx="990600" cy="451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>
                  <a:lnSpc>
                    <a:spcPts val="1400"/>
                  </a:lnSpc>
                </a:pPr>
                <a:r>
                  <a:rPr lang="en-US" altLang="zh-CN" sz="1300" dirty="0">
                    <a:latin typeface="Ebrima" panose="02000000000000000000" pitchFamily="2" charset="0"/>
                    <a:ea typeface="Ebrima" panose="02000000000000000000" pitchFamily="2" charset="0"/>
                    <a:cs typeface="Ebrima" panose="02000000000000000000" pitchFamily="2" charset="0"/>
                  </a:rPr>
                  <a:t>Smart contract </a:t>
                </a:r>
                <a:endParaRPr lang="zh-CN" altLang="en-US" sz="1300" dirty="0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</p:grp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5234BD56-D14D-8581-159E-48393DF460CA}"/>
                </a:ext>
              </a:extLst>
            </p:cNvPr>
            <p:cNvCxnSpPr>
              <a:cxnSpLocks/>
              <a:endCxn id="4" idx="7"/>
            </p:cNvCxnSpPr>
            <p:nvPr/>
          </p:nvCxnSpPr>
          <p:spPr>
            <a:xfrm flipH="1">
              <a:off x="8457221" y="2852738"/>
              <a:ext cx="2292" cy="594239"/>
            </a:xfrm>
            <a:prstGeom prst="line">
              <a:avLst/>
            </a:prstGeom>
            <a:ln w="22225"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BEBBACB5-80CE-5EE2-3EE8-0EA17D4ED843}"/>
                </a:ext>
              </a:extLst>
            </p:cNvPr>
            <p:cNvGrpSpPr/>
            <p:nvPr/>
          </p:nvGrpSpPr>
          <p:grpSpPr>
            <a:xfrm>
              <a:off x="2441186" y="2040611"/>
              <a:ext cx="2254383" cy="1239620"/>
              <a:chOff x="2997337" y="4476750"/>
              <a:chExt cx="2254383" cy="1239620"/>
            </a:xfrm>
          </p:grpSpPr>
          <p:sp>
            <p:nvSpPr>
              <p:cNvPr id="46" name="矩形: 圆角 45">
                <a:extLst>
                  <a:ext uri="{FF2B5EF4-FFF2-40B4-BE49-F238E27FC236}">
                    <a16:creationId xmlns:a16="http://schemas.microsoft.com/office/drawing/2014/main" id="{73B1ED8E-F39E-F732-F4AF-7352767F7CF7}"/>
                  </a:ext>
                </a:extLst>
              </p:cNvPr>
              <p:cNvSpPr/>
              <p:nvPr/>
            </p:nvSpPr>
            <p:spPr>
              <a:xfrm>
                <a:off x="3562349" y="4476750"/>
                <a:ext cx="866775" cy="864000"/>
              </a:xfrm>
              <a:prstGeom prst="round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  <p:sp>
            <p:nvSpPr>
              <p:cNvPr id="47" name="双波形 46">
                <a:extLst>
                  <a:ext uri="{FF2B5EF4-FFF2-40B4-BE49-F238E27FC236}">
                    <a16:creationId xmlns:a16="http://schemas.microsoft.com/office/drawing/2014/main" id="{12B1AF66-B35D-F330-D7CF-CEEEED096A92}"/>
                  </a:ext>
                </a:extLst>
              </p:cNvPr>
              <p:cNvSpPr/>
              <p:nvPr/>
            </p:nvSpPr>
            <p:spPr>
              <a:xfrm>
                <a:off x="4223020" y="5148263"/>
                <a:ext cx="1028700" cy="542925"/>
              </a:xfrm>
              <a:prstGeom prst="doubleWav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A240957D-C6C1-01C2-2B2A-D35F3737844C}"/>
                  </a:ext>
                </a:extLst>
              </p:cNvPr>
              <p:cNvSpPr txBox="1"/>
              <p:nvPr/>
            </p:nvSpPr>
            <p:spPr>
              <a:xfrm>
                <a:off x="4223020" y="5245776"/>
                <a:ext cx="966787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300" dirty="0">
                    <a:latin typeface="Ebrima" panose="02000000000000000000" pitchFamily="2" charset="0"/>
                    <a:cs typeface="Ebrima" panose="02000000000000000000" pitchFamily="2" charset="0"/>
                  </a:rPr>
                  <a:t>Ledger</a:t>
                </a:r>
              </a:p>
            </p:txBody>
          </p:sp>
          <p:sp>
            <p:nvSpPr>
              <p:cNvPr id="49" name="矩形: 折角 48">
                <a:extLst>
                  <a:ext uri="{FF2B5EF4-FFF2-40B4-BE49-F238E27FC236}">
                    <a16:creationId xmlns:a16="http://schemas.microsoft.com/office/drawing/2014/main" id="{A07F20DA-CF9D-15B3-5B91-6B8B0375BD8B}"/>
                  </a:ext>
                </a:extLst>
              </p:cNvPr>
              <p:cNvSpPr/>
              <p:nvPr/>
            </p:nvSpPr>
            <p:spPr>
              <a:xfrm>
                <a:off x="3149738" y="5082957"/>
                <a:ext cx="685798" cy="633413"/>
              </a:xfrm>
              <a:prstGeom prst="foldedCorner">
                <a:avLst>
                  <a:gd name="adj" fmla="val 39223"/>
                </a:avLst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D143A645-3B57-644E-0F96-74BE19647EEA}"/>
                  </a:ext>
                </a:extLst>
              </p:cNvPr>
              <p:cNvSpPr txBox="1"/>
              <p:nvPr/>
            </p:nvSpPr>
            <p:spPr>
              <a:xfrm>
                <a:off x="3500436" y="4735354"/>
                <a:ext cx="990600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sz="1300" dirty="0">
                    <a:latin typeface="Ebrima" panose="02000000000000000000" pitchFamily="2" charset="0"/>
                    <a:cs typeface="Ebrima" panose="02000000000000000000" pitchFamily="2" charset="0"/>
                  </a:rPr>
                  <a:t>Peer</a:t>
                </a:r>
                <a:r>
                  <a:rPr lang="en-US" altLang="zh-CN" sz="1300" dirty="0">
                    <a:latin typeface="Ebrima" panose="02000000000000000000" pitchFamily="2" charset="0"/>
                    <a:ea typeface="Ebrima" panose="02000000000000000000" pitchFamily="2" charset="0"/>
                    <a:cs typeface="Ebrima" panose="02000000000000000000" pitchFamily="2" charset="0"/>
                  </a:rPr>
                  <a:t>3</a:t>
                </a:r>
                <a:endParaRPr lang="zh-CN" altLang="en-US" sz="1300" dirty="0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C131542A-143F-CF97-E61B-9EA1514AACA4}"/>
                  </a:ext>
                </a:extLst>
              </p:cNvPr>
              <p:cNvSpPr txBox="1"/>
              <p:nvPr/>
            </p:nvSpPr>
            <p:spPr>
              <a:xfrm>
                <a:off x="2997337" y="5115938"/>
                <a:ext cx="990600" cy="451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>
                  <a:lnSpc>
                    <a:spcPts val="1400"/>
                  </a:lnSpc>
                </a:pPr>
                <a:r>
                  <a:rPr lang="en-US" altLang="zh-CN" sz="1300" dirty="0">
                    <a:latin typeface="Ebrima" panose="02000000000000000000" pitchFamily="2" charset="0"/>
                    <a:ea typeface="Ebrima" panose="02000000000000000000" pitchFamily="2" charset="0"/>
                    <a:cs typeface="Ebrima" panose="02000000000000000000" pitchFamily="2" charset="0"/>
                  </a:rPr>
                  <a:t>Smart contract </a:t>
                </a:r>
                <a:endParaRPr lang="zh-CN" altLang="en-US" sz="1300" dirty="0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</p:grp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458F66D-349D-18F9-FDFF-8291C5340F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49443" y="2918878"/>
              <a:ext cx="2292" cy="540000"/>
            </a:xfrm>
            <a:prstGeom prst="line">
              <a:avLst/>
            </a:prstGeom>
            <a:ln w="22225"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93FEDE90-2BB4-8342-A750-2825D4E550E3}"/>
                </a:ext>
              </a:extLst>
            </p:cNvPr>
            <p:cNvCxnSpPr>
              <a:cxnSpLocks/>
            </p:cNvCxnSpPr>
            <p:nvPr/>
          </p:nvCxnSpPr>
          <p:spPr>
            <a:xfrm>
              <a:off x="5940561" y="4162425"/>
              <a:ext cx="0" cy="228600"/>
            </a:xfrm>
            <a:prstGeom prst="line">
              <a:avLst/>
            </a:prstGeom>
            <a:ln w="22225"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39626E7E-0B5C-A9FA-CD89-F309D1B7571D}"/>
                </a:ext>
              </a:extLst>
            </p:cNvPr>
            <p:cNvSpPr/>
            <p:nvPr/>
          </p:nvSpPr>
          <p:spPr>
            <a:xfrm>
              <a:off x="5251720" y="4393406"/>
              <a:ext cx="1399110" cy="367012"/>
            </a:xfrm>
            <a:prstGeom prst="roundRect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Ebrima" panose="02000000000000000000" pitchFamily="2" charset="0"/>
                <a:cs typeface="Ebrima" panose="02000000000000000000" pitchFamily="2" charset="0"/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85BAE0E9-1C1F-B229-E4EF-51A4F88A3E2A}"/>
                </a:ext>
              </a:extLst>
            </p:cNvPr>
            <p:cNvSpPr txBox="1"/>
            <p:nvPr/>
          </p:nvSpPr>
          <p:spPr>
            <a:xfrm>
              <a:off x="5245244" y="4355445"/>
              <a:ext cx="157983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300" dirty="0">
                  <a:latin typeface="Ebrima" panose="02000000000000000000" pitchFamily="2" charset="0"/>
                  <a:cs typeface="Ebrima" panose="02000000000000000000" pitchFamily="2" charset="0"/>
                </a:rPr>
                <a:t>Ordering</a:t>
              </a:r>
              <a:r>
                <a:rPr lang="zh-CN" altLang="en-US" dirty="0">
                  <a:latin typeface="Ebrima" panose="02000000000000000000" pitchFamily="2" charset="0"/>
                  <a:cs typeface="Ebrima" panose="02000000000000000000" pitchFamily="2" charset="0"/>
                </a:rPr>
                <a:t> </a:t>
              </a:r>
              <a:r>
                <a:rPr lang="zh-CN" altLang="en-US" sz="1300" dirty="0">
                  <a:latin typeface="Ebrima" panose="02000000000000000000" pitchFamily="2" charset="0"/>
                  <a:cs typeface="Ebrima" panose="02000000000000000000" pitchFamily="2" charset="0"/>
                </a:rPr>
                <a:t>service</a:t>
              </a:r>
              <a:r>
                <a:rPr lang="zh-CN" altLang="en-US" dirty="0">
                  <a:latin typeface="Ebrima" panose="02000000000000000000" pitchFamily="2" charset="0"/>
                  <a:cs typeface="Ebrima" panose="02000000000000000000" pitchFamily="2" charset="0"/>
                </a:rPr>
                <a:t> </a:t>
              </a:r>
            </a:p>
          </p:txBody>
        </p:sp>
        <p:sp>
          <p:nvSpPr>
            <p:cNvPr id="59" name="等腰三角形 58">
              <a:extLst>
                <a:ext uri="{FF2B5EF4-FFF2-40B4-BE49-F238E27FC236}">
                  <a16:creationId xmlns:a16="http://schemas.microsoft.com/office/drawing/2014/main" id="{5607A680-9E7E-2AC6-4F9F-17A0E0F30B72}"/>
                </a:ext>
              </a:extLst>
            </p:cNvPr>
            <p:cNvSpPr/>
            <p:nvPr/>
          </p:nvSpPr>
          <p:spPr>
            <a:xfrm>
              <a:off x="3166937" y="958849"/>
              <a:ext cx="540000" cy="468000"/>
            </a:xfrm>
            <a:prstGeom prst="triangle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等腰三角形 59">
              <a:extLst>
                <a:ext uri="{FF2B5EF4-FFF2-40B4-BE49-F238E27FC236}">
                  <a16:creationId xmlns:a16="http://schemas.microsoft.com/office/drawing/2014/main" id="{6E1DD09B-B04A-32AC-19D6-0C451217FF1B}"/>
                </a:ext>
              </a:extLst>
            </p:cNvPr>
            <p:cNvSpPr/>
            <p:nvPr/>
          </p:nvSpPr>
          <p:spPr>
            <a:xfrm>
              <a:off x="8169564" y="958849"/>
              <a:ext cx="540000" cy="468000"/>
            </a:xfrm>
            <a:prstGeom prst="triangle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AC1DC12E-A9BF-3497-E1B0-6BDAFE2E8B12}"/>
                </a:ext>
              </a:extLst>
            </p:cNvPr>
            <p:cNvCxnSpPr>
              <a:cxnSpLocks/>
            </p:cNvCxnSpPr>
            <p:nvPr/>
          </p:nvCxnSpPr>
          <p:spPr>
            <a:xfrm>
              <a:off x="10582685" y="1548615"/>
              <a:ext cx="0" cy="4018729"/>
            </a:xfrm>
            <a:prstGeom prst="line">
              <a:avLst/>
            </a:prstGeom>
            <a:ln w="2222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EF87C1EA-3175-33E1-6A53-18524A3D2192}"/>
                </a:ext>
              </a:extLst>
            </p:cNvPr>
            <p:cNvCxnSpPr>
              <a:cxnSpLocks/>
            </p:cNvCxnSpPr>
            <p:nvPr/>
          </p:nvCxnSpPr>
          <p:spPr>
            <a:xfrm>
              <a:off x="10342179" y="1948179"/>
              <a:ext cx="480602" cy="0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326D255D-F463-5F90-5095-CEC238A42F36}"/>
                </a:ext>
              </a:extLst>
            </p:cNvPr>
            <p:cNvCxnSpPr>
              <a:cxnSpLocks/>
            </p:cNvCxnSpPr>
            <p:nvPr/>
          </p:nvCxnSpPr>
          <p:spPr>
            <a:xfrm>
              <a:off x="9599229" y="2121890"/>
              <a:ext cx="480602" cy="0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2A154C82-42C8-5010-1FB4-DD00DB403BA1}"/>
                </a:ext>
              </a:extLst>
            </p:cNvPr>
            <p:cNvCxnSpPr>
              <a:cxnSpLocks/>
            </p:cNvCxnSpPr>
            <p:nvPr/>
          </p:nvCxnSpPr>
          <p:spPr>
            <a:xfrm>
              <a:off x="10342384" y="4997591"/>
              <a:ext cx="480602" cy="0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70666D9B-1641-B3CA-57B4-79784E10D704}"/>
                </a:ext>
              </a:extLst>
            </p:cNvPr>
            <p:cNvCxnSpPr>
              <a:cxnSpLocks/>
            </p:cNvCxnSpPr>
            <p:nvPr/>
          </p:nvCxnSpPr>
          <p:spPr>
            <a:xfrm>
              <a:off x="9599434" y="4866502"/>
              <a:ext cx="480602" cy="0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A8A3A7A9-7F75-5099-D687-9DEF82C1843B}"/>
                </a:ext>
              </a:extLst>
            </p:cNvPr>
            <p:cNvSpPr txBox="1"/>
            <p:nvPr/>
          </p:nvSpPr>
          <p:spPr>
            <a:xfrm>
              <a:off x="9496424" y="1855099"/>
              <a:ext cx="6867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zh-CN" altLang="en-US" dirty="0"/>
                <a:t>SDK</a:t>
              </a: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A3AD1C99-3BEA-18A8-AB97-2B4EF45255D1}"/>
                </a:ext>
              </a:extLst>
            </p:cNvPr>
            <p:cNvSpPr txBox="1"/>
            <p:nvPr/>
          </p:nvSpPr>
          <p:spPr>
            <a:xfrm>
              <a:off x="10219215" y="1671179"/>
              <a:ext cx="6867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en-US" altLang="zh-CN" dirty="0"/>
                <a:t>API</a:t>
              </a:r>
              <a:endParaRPr lang="zh-CN" altLang="en-US" dirty="0"/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507FE750-12D6-9053-8AAC-847AA784E856}"/>
                </a:ext>
              </a:extLst>
            </p:cNvPr>
            <p:cNvSpPr txBox="1"/>
            <p:nvPr/>
          </p:nvSpPr>
          <p:spPr>
            <a:xfrm>
              <a:off x="9484074" y="4612641"/>
              <a:ext cx="6867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zh-CN" altLang="en-US" dirty="0"/>
                <a:t>SDK</a:t>
              </a: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970E823E-B854-2DFC-6B44-E35EF885655D}"/>
                </a:ext>
              </a:extLst>
            </p:cNvPr>
            <p:cNvSpPr txBox="1"/>
            <p:nvPr/>
          </p:nvSpPr>
          <p:spPr>
            <a:xfrm>
              <a:off x="10219215" y="4717458"/>
              <a:ext cx="6867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en-US" altLang="zh-CN" dirty="0"/>
                <a:t>API</a:t>
              </a:r>
              <a:endParaRPr lang="zh-CN" altLang="en-US" dirty="0"/>
            </a:p>
          </p:txBody>
        </p: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3F538B6C-557D-0394-FD86-4E90A8B2B530}"/>
                </a:ext>
              </a:extLst>
            </p:cNvPr>
            <p:cNvCxnSpPr/>
            <p:nvPr/>
          </p:nvCxnSpPr>
          <p:spPr>
            <a:xfrm>
              <a:off x="9839530" y="1809679"/>
              <a:ext cx="0" cy="3610046"/>
            </a:xfrm>
            <a:prstGeom prst="line">
              <a:avLst/>
            </a:prstGeom>
            <a:ln w="2222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4627A45C-A9A0-9114-1673-DEB5A5E07842}"/>
                </a:ext>
              </a:extLst>
            </p:cNvPr>
            <p:cNvSpPr/>
            <p:nvPr/>
          </p:nvSpPr>
          <p:spPr>
            <a:xfrm>
              <a:off x="9954525" y="2353869"/>
              <a:ext cx="540000" cy="540000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1632A147-D7CE-0F6F-6B83-CE4B902A73A2}"/>
                </a:ext>
              </a:extLst>
            </p:cNvPr>
            <p:cNvSpPr/>
            <p:nvPr/>
          </p:nvSpPr>
          <p:spPr>
            <a:xfrm>
              <a:off x="9954525" y="3093752"/>
              <a:ext cx="540000" cy="540000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22D52D3E-FF1A-FD53-A197-8708C3179208}"/>
                </a:ext>
              </a:extLst>
            </p:cNvPr>
            <p:cNvSpPr/>
            <p:nvPr/>
          </p:nvSpPr>
          <p:spPr>
            <a:xfrm>
              <a:off x="9954525" y="3833635"/>
              <a:ext cx="540000" cy="540000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50CBD8A1-6A4A-AE99-0E92-4E3E53410879}"/>
                </a:ext>
              </a:extLst>
            </p:cNvPr>
            <p:cNvSpPr txBox="1"/>
            <p:nvPr/>
          </p:nvSpPr>
          <p:spPr>
            <a:xfrm>
              <a:off x="9957330" y="2476258"/>
              <a:ext cx="82497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rPr>
                <a:t>App1</a:t>
              </a:r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41928DE7-BA2E-8FA3-A469-675D73AE38A5}"/>
                </a:ext>
              </a:extLst>
            </p:cNvPr>
            <p:cNvSpPr txBox="1"/>
            <p:nvPr/>
          </p:nvSpPr>
          <p:spPr>
            <a:xfrm>
              <a:off x="9973337" y="3218480"/>
              <a:ext cx="82497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rPr>
                <a:t>App</a:t>
              </a:r>
              <a:r>
                <a:rPr lang="en-US" altLang="zh-CN" sz="1200" dirty="0">
                  <a:latin typeface="Ebrima" panose="02000000000000000000" pitchFamily="2" charset="0"/>
                  <a:ea typeface="Ebrima" panose="02000000000000000000" pitchFamily="2" charset="0"/>
                  <a:cs typeface="Ebrima" panose="02000000000000000000" pitchFamily="2" charset="0"/>
                </a:rPr>
                <a:t>2</a:t>
              </a:r>
              <a:endParaRPr lang="zh-CN" altLang="en-US" sz="1200" dirty="0">
                <a:latin typeface="Ebrima" panose="02000000000000000000" pitchFamily="2" charset="0"/>
                <a:ea typeface="Arial Unicode MS" panose="020B0604020202020204" pitchFamily="34" charset="-122"/>
                <a:cs typeface="Ebrima" panose="02000000000000000000" pitchFamily="2" charset="0"/>
              </a:endParaRP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2A7B0282-2A6C-0F05-E738-9F63289CC980}"/>
                </a:ext>
              </a:extLst>
            </p:cNvPr>
            <p:cNvSpPr txBox="1"/>
            <p:nvPr/>
          </p:nvSpPr>
          <p:spPr>
            <a:xfrm>
              <a:off x="9989344" y="3960702"/>
              <a:ext cx="82497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rPr>
                <a:t>App</a:t>
              </a:r>
              <a:r>
                <a:rPr lang="en-US" altLang="zh-CN" sz="1200" dirty="0">
                  <a:latin typeface="Ebrima" panose="02000000000000000000" pitchFamily="2" charset="0"/>
                  <a:ea typeface="Ebrima" panose="02000000000000000000" pitchFamily="2" charset="0"/>
                  <a:cs typeface="Ebrima" panose="02000000000000000000" pitchFamily="2" charset="0"/>
                </a:rPr>
                <a:t>3</a:t>
              </a:r>
              <a:endParaRPr lang="zh-CN" altLang="en-US" sz="1200" dirty="0">
                <a:latin typeface="Ebrima" panose="02000000000000000000" pitchFamily="2" charset="0"/>
                <a:ea typeface="Arial Unicode MS" panose="020B0604020202020204" pitchFamily="34" charset="-122"/>
                <a:cs typeface="Ebrima" panose="02000000000000000000" pitchFamily="2" charset="0"/>
              </a:endParaRPr>
            </a:p>
          </p:txBody>
        </p:sp>
        <p:grpSp>
          <p:nvGrpSpPr>
            <p:cNvPr id="136" name="组合 135">
              <a:extLst>
                <a:ext uri="{FF2B5EF4-FFF2-40B4-BE49-F238E27FC236}">
                  <a16:creationId xmlns:a16="http://schemas.microsoft.com/office/drawing/2014/main" id="{9D5D11A4-0F5F-0B5C-2BA6-F0AF705F9238}"/>
                </a:ext>
              </a:extLst>
            </p:cNvPr>
            <p:cNvGrpSpPr/>
            <p:nvPr/>
          </p:nvGrpSpPr>
          <p:grpSpPr>
            <a:xfrm>
              <a:off x="10886009" y="1571523"/>
              <a:ext cx="835395" cy="2845592"/>
              <a:chOff x="10886009" y="1571523"/>
              <a:chExt cx="835395" cy="2845592"/>
            </a:xfrm>
          </p:grpSpPr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944CD4C0-7420-C331-E078-8653D8ADCDE9}"/>
                  </a:ext>
                </a:extLst>
              </p:cNvPr>
              <p:cNvSpPr/>
              <p:nvPr/>
            </p:nvSpPr>
            <p:spPr>
              <a:xfrm>
                <a:off x="10886009" y="2290249"/>
                <a:ext cx="288000" cy="2160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2382712D-C951-47AB-90B9-412A14DC753A}"/>
                  </a:ext>
                </a:extLst>
              </p:cNvPr>
              <p:cNvCxnSpPr/>
              <p:nvPr/>
            </p:nvCxnSpPr>
            <p:spPr>
              <a:xfrm>
                <a:off x="11034318" y="2506249"/>
                <a:ext cx="0" cy="1080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24F89412-36E1-9DB0-F9B3-4284774924F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1031340" y="2547107"/>
                <a:ext cx="0" cy="144000"/>
              </a:xfrm>
              <a:prstGeom prst="line">
                <a:avLst/>
              </a:prstGeom>
              <a:ln w="222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254CEACF-BB4E-C7C6-E3B2-10937A43A564}"/>
                  </a:ext>
                </a:extLst>
              </p:cNvPr>
              <p:cNvSpPr/>
              <p:nvPr/>
            </p:nvSpPr>
            <p:spPr>
              <a:xfrm>
                <a:off x="11258550" y="2137228"/>
                <a:ext cx="200025" cy="2016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流程图: 延期 88">
                <a:extLst>
                  <a:ext uri="{FF2B5EF4-FFF2-40B4-BE49-F238E27FC236}">
                    <a16:creationId xmlns:a16="http://schemas.microsoft.com/office/drawing/2014/main" id="{21FD8CEE-3A86-4F3B-677D-38222EFB047C}"/>
                  </a:ext>
                </a:extLst>
              </p:cNvPr>
              <p:cNvSpPr/>
              <p:nvPr/>
            </p:nvSpPr>
            <p:spPr>
              <a:xfrm rot="16200000">
                <a:off x="11221537" y="2339539"/>
                <a:ext cx="274052" cy="274179"/>
              </a:xfrm>
              <a:prstGeom prst="flowChartDelay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10B9846D-B7A4-08BA-98CC-8C4DD904A556}"/>
                  </a:ext>
                </a:extLst>
              </p:cNvPr>
              <p:cNvSpPr/>
              <p:nvPr/>
            </p:nvSpPr>
            <p:spPr>
              <a:xfrm>
                <a:off x="10896148" y="2869524"/>
                <a:ext cx="288000" cy="2160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1" name="直接连接符 90">
                <a:extLst>
                  <a:ext uri="{FF2B5EF4-FFF2-40B4-BE49-F238E27FC236}">
                    <a16:creationId xmlns:a16="http://schemas.microsoft.com/office/drawing/2014/main" id="{2D4DD5BA-20D7-1A65-ACF6-A3FFECFFE3EF}"/>
                  </a:ext>
                </a:extLst>
              </p:cNvPr>
              <p:cNvCxnSpPr/>
              <p:nvPr/>
            </p:nvCxnSpPr>
            <p:spPr>
              <a:xfrm>
                <a:off x="11044457" y="3085524"/>
                <a:ext cx="0" cy="1080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>
                <a:extLst>
                  <a:ext uri="{FF2B5EF4-FFF2-40B4-BE49-F238E27FC236}">
                    <a16:creationId xmlns:a16="http://schemas.microsoft.com/office/drawing/2014/main" id="{6B5B9E85-CE35-497D-FFD7-410253D0368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1041479" y="3126382"/>
                <a:ext cx="0" cy="144000"/>
              </a:xfrm>
              <a:prstGeom prst="line">
                <a:avLst/>
              </a:prstGeom>
              <a:ln w="222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椭圆 92">
                <a:extLst>
                  <a:ext uri="{FF2B5EF4-FFF2-40B4-BE49-F238E27FC236}">
                    <a16:creationId xmlns:a16="http://schemas.microsoft.com/office/drawing/2014/main" id="{58287747-2FD0-055E-7380-A18919EA641D}"/>
                  </a:ext>
                </a:extLst>
              </p:cNvPr>
              <p:cNvSpPr/>
              <p:nvPr/>
            </p:nvSpPr>
            <p:spPr>
              <a:xfrm>
                <a:off x="11268689" y="2716503"/>
                <a:ext cx="200025" cy="2016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" name="流程图: 延期 93">
                <a:extLst>
                  <a:ext uri="{FF2B5EF4-FFF2-40B4-BE49-F238E27FC236}">
                    <a16:creationId xmlns:a16="http://schemas.microsoft.com/office/drawing/2014/main" id="{0A46463B-726B-7365-A594-992F83E7B229}"/>
                  </a:ext>
                </a:extLst>
              </p:cNvPr>
              <p:cNvSpPr/>
              <p:nvPr/>
            </p:nvSpPr>
            <p:spPr>
              <a:xfrm rot="16200000">
                <a:off x="11231676" y="2918814"/>
                <a:ext cx="274052" cy="274179"/>
              </a:xfrm>
              <a:prstGeom prst="flowChartDelay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0AF896C8-3B00-2DEA-14EC-81A6444FC677}"/>
                  </a:ext>
                </a:extLst>
              </p:cNvPr>
              <p:cNvSpPr/>
              <p:nvPr/>
            </p:nvSpPr>
            <p:spPr>
              <a:xfrm>
                <a:off x="10899937" y="3429749"/>
                <a:ext cx="288000" cy="2160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6" name="直接连接符 95">
                <a:extLst>
                  <a:ext uri="{FF2B5EF4-FFF2-40B4-BE49-F238E27FC236}">
                    <a16:creationId xmlns:a16="http://schemas.microsoft.com/office/drawing/2014/main" id="{E390ADB6-D4E0-8A2E-177E-ACDA960E2816}"/>
                  </a:ext>
                </a:extLst>
              </p:cNvPr>
              <p:cNvCxnSpPr/>
              <p:nvPr/>
            </p:nvCxnSpPr>
            <p:spPr>
              <a:xfrm>
                <a:off x="11048246" y="3645749"/>
                <a:ext cx="0" cy="1080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>
                <a:extLst>
                  <a:ext uri="{FF2B5EF4-FFF2-40B4-BE49-F238E27FC236}">
                    <a16:creationId xmlns:a16="http://schemas.microsoft.com/office/drawing/2014/main" id="{E12A6DC2-42DA-22E6-E144-02D5E32EE66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1045268" y="3686607"/>
                <a:ext cx="0" cy="144000"/>
              </a:xfrm>
              <a:prstGeom prst="line">
                <a:avLst/>
              </a:prstGeom>
              <a:ln w="222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椭圆 97">
                <a:extLst>
                  <a:ext uri="{FF2B5EF4-FFF2-40B4-BE49-F238E27FC236}">
                    <a16:creationId xmlns:a16="http://schemas.microsoft.com/office/drawing/2014/main" id="{DF405166-8836-2066-6B2B-E6B5B6FB2D34}"/>
                  </a:ext>
                </a:extLst>
              </p:cNvPr>
              <p:cNvSpPr/>
              <p:nvPr/>
            </p:nvSpPr>
            <p:spPr>
              <a:xfrm>
                <a:off x="11272478" y="3276728"/>
                <a:ext cx="200025" cy="2016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流程图: 延期 98">
                <a:extLst>
                  <a:ext uri="{FF2B5EF4-FFF2-40B4-BE49-F238E27FC236}">
                    <a16:creationId xmlns:a16="http://schemas.microsoft.com/office/drawing/2014/main" id="{56B179D8-61D6-2278-916F-0B993C824858}"/>
                  </a:ext>
                </a:extLst>
              </p:cNvPr>
              <p:cNvSpPr/>
              <p:nvPr/>
            </p:nvSpPr>
            <p:spPr>
              <a:xfrm rot="16200000">
                <a:off x="11235465" y="3479039"/>
                <a:ext cx="274052" cy="274179"/>
              </a:xfrm>
              <a:prstGeom prst="flowChartDelay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" name="椭圆 99">
                <a:extLst>
                  <a:ext uri="{FF2B5EF4-FFF2-40B4-BE49-F238E27FC236}">
                    <a16:creationId xmlns:a16="http://schemas.microsoft.com/office/drawing/2014/main" id="{52900A1B-495A-0141-36A1-27E7605C1DBA}"/>
                  </a:ext>
                </a:extLst>
              </p:cNvPr>
              <p:cNvSpPr/>
              <p:nvPr/>
            </p:nvSpPr>
            <p:spPr>
              <a:xfrm>
                <a:off x="11258551" y="1571523"/>
                <a:ext cx="200025" cy="2016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" name="流程图: 延期 100">
                <a:extLst>
                  <a:ext uri="{FF2B5EF4-FFF2-40B4-BE49-F238E27FC236}">
                    <a16:creationId xmlns:a16="http://schemas.microsoft.com/office/drawing/2014/main" id="{56C44CF4-EC05-032F-A54F-EA5C2E72362E}"/>
                  </a:ext>
                </a:extLst>
              </p:cNvPr>
              <p:cNvSpPr/>
              <p:nvPr/>
            </p:nvSpPr>
            <p:spPr>
              <a:xfrm rot="16200000">
                <a:off x="11221538" y="1773834"/>
                <a:ext cx="274052" cy="274179"/>
              </a:xfrm>
              <a:prstGeom prst="flowChartDelay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矩形: 圆角 101">
                <a:extLst>
                  <a:ext uri="{FF2B5EF4-FFF2-40B4-BE49-F238E27FC236}">
                    <a16:creationId xmlns:a16="http://schemas.microsoft.com/office/drawing/2014/main" id="{F108E469-5CE8-C5F6-89A4-C7B74CF1D846}"/>
                  </a:ext>
                </a:extLst>
              </p:cNvPr>
              <p:cNvSpPr/>
              <p:nvPr/>
            </p:nvSpPr>
            <p:spPr>
              <a:xfrm>
                <a:off x="11039719" y="1786864"/>
                <a:ext cx="153154" cy="27699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04" name="直接连接符 103">
                <a:extLst>
                  <a:ext uri="{FF2B5EF4-FFF2-40B4-BE49-F238E27FC236}">
                    <a16:creationId xmlns:a16="http://schemas.microsoft.com/office/drawing/2014/main" id="{CBEE6270-BD06-5537-95D4-FA558DCB9DC8}"/>
                  </a:ext>
                </a:extLst>
              </p:cNvPr>
              <p:cNvCxnSpPr/>
              <p:nvPr/>
            </p:nvCxnSpPr>
            <p:spPr>
              <a:xfrm>
                <a:off x="11056971" y="1967327"/>
                <a:ext cx="13590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椭圆 104">
                <a:extLst>
                  <a:ext uri="{FF2B5EF4-FFF2-40B4-BE49-F238E27FC236}">
                    <a16:creationId xmlns:a16="http://schemas.microsoft.com/office/drawing/2014/main" id="{0B68DB89-A4BE-9D2B-E88D-6FA7B304AFD4}"/>
                  </a:ext>
                </a:extLst>
              </p:cNvPr>
              <p:cNvSpPr/>
              <p:nvPr/>
            </p:nvSpPr>
            <p:spPr>
              <a:xfrm>
                <a:off x="11095479" y="1985328"/>
                <a:ext cx="36000" cy="36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F15C0AF2-3F42-BEB1-1D9A-80068FA9E72D}"/>
                  </a:ext>
                </a:extLst>
              </p:cNvPr>
              <p:cNvSpPr/>
              <p:nvPr/>
            </p:nvSpPr>
            <p:spPr>
              <a:xfrm>
                <a:off x="11087961" y="3877115"/>
                <a:ext cx="540000" cy="5400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F38A743D-829E-74C3-6E02-BD1D608613BD}"/>
                  </a:ext>
                </a:extLst>
              </p:cNvPr>
              <p:cNvSpPr txBox="1"/>
              <p:nvPr/>
            </p:nvSpPr>
            <p:spPr>
              <a:xfrm>
                <a:off x="10994517" y="3923128"/>
                <a:ext cx="7268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 sz="1200" b="1"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defRPr>
                </a:lvl1pPr>
              </a:lstStyle>
              <a:p>
                <a:pPr algn="ctr"/>
                <a:r>
                  <a:rPr lang="zh-CN" altLang="en-US" b="0" dirty="0">
                    <a:latin typeface="Ebrima" panose="02000000000000000000" pitchFamily="2" charset="0"/>
                    <a:cs typeface="Ebrima" panose="02000000000000000000" pitchFamily="2" charset="0"/>
                  </a:rPr>
                  <a:t>ERP</a:t>
                </a:r>
                <a:endParaRPr lang="en-US" altLang="zh-CN" b="0" dirty="0">
                  <a:latin typeface="Ebrima" panose="02000000000000000000" pitchFamily="2" charset="0"/>
                  <a:ea typeface="Ebrima" panose="02000000000000000000" pitchFamily="2" charset="0"/>
                  <a:cs typeface="Ebrima" panose="02000000000000000000" pitchFamily="2" charset="0"/>
                </a:endParaRPr>
              </a:p>
              <a:p>
                <a:pPr algn="ctr"/>
                <a:r>
                  <a:rPr lang="zh-CN" altLang="en-US" b="0" dirty="0">
                    <a:latin typeface="Ebrima" panose="02000000000000000000" pitchFamily="2" charset="0"/>
                    <a:cs typeface="Ebrima" panose="02000000000000000000" pitchFamily="2" charset="0"/>
                  </a:rPr>
                  <a:t>system</a:t>
                </a:r>
              </a:p>
            </p:txBody>
          </p:sp>
        </p:grpSp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00D71FBE-C5A1-65F7-A1BE-8762AB0EE806}"/>
                </a:ext>
              </a:extLst>
            </p:cNvPr>
            <p:cNvGrpSpPr/>
            <p:nvPr/>
          </p:nvGrpSpPr>
          <p:grpSpPr>
            <a:xfrm>
              <a:off x="10703005" y="4528895"/>
              <a:ext cx="886582" cy="854972"/>
              <a:chOff x="10704332" y="4540868"/>
              <a:chExt cx="886582" cy="854972"/>
            </a:xfrm>
          </p:grpSpPr>
          <p:sp>
            <p:nvSpPr>
              <p:cNvPr id="119" name="流程图: 手动操作 118">
                <a:extLst>
                  <a:ext uri="{FF2B5EF4-FFF2-40B4-BE49-F238E27FC236}">
                    <a16:creationId xmlns:a16="http://schemas.microsoft.com/office/drawing/2014/main" id="{FD896821-3ECC-CA9E-D16C-E3E197D56933}"/>
                  </a:ext>
                </a:extLst>
              </p:cNvPr>
              <p:cNvSpPr/>
              <p:nvPr/>
            </p:nvSpPr>
            <p:spPr>
              <a:xfrm>
                <a:off x="11192873" y="4603342"/>
                <a:ext cx="337151" cy="138446"/>
              </a:xfrm>
              <a:prstGeom prst="flowChartManualOperation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A3087AF4-72D9-EFE9-C7E1-F4ACEAF995F0}"/>
                  </a:ext>
                </a:extLst>
              </p:cNvPr>
              <p:cNvSpPr/>
              <p:nvPr/>
            </p:nvSpPr>
            <p:spPr>
              <a:xfrm>
                <a:off x="11136962" y="4540868"/>
                <a:ext cx="453952" cy="576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9FAD1989-3F3F-29C5-AF52-F200764713C6}"/>
                  </a:ext>
                </a:extLst>
              </p:cNvPr>
              <p:cNvSpPr/>
              <p:nvPr/>
            </p:nvSpPr>
            <p:spPr>
              <a:xfrm>
                <a:off x="11265145" y="4746377"/>
                <a:ext cx="198193" cy="11536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1C6B4FFF-1CAD-E055-4824-3724C08B36FC}"/>
                  </a:ext>
                </a:extLst>
              </p:cNvPr>
              <p:cNvSpPr/>
              <p:nvPr/>
            </p:nvSpPr>
            <p:spPr>
              <a:xfrm>
                <a:off x="11138072" y="4869476"/>
                <a:ext cx="444617" cy="52636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CCF21F0D-47D0-1FBA-63F2-E6709D2F1BB3}"/>
                  </a:ext>
                </a:extLst>
              </p:cNvPr>
              <p:cNvSpPr/>
              <p:nvPr/>
            </p:nvSpPr>
            <p:spPr>
              <a:xfrm>
                <a:off x="11219548" y="4954189"/>
                <a:ext cx="288000" cy="2016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C11A824F-9B16-6DE6-7841-58A5BD405A94}"/>
                  </a:ext>
                </a:extLst>
              </p:cNvPr>
              <p:cNvSpPr/>
              <p:nvPr/>
            </p:nvSpPr>
            <p:spPr>
              <a:xfrm>
                <a:off x="11220818" y="5194384"/>
                <a:ext cx="288000" cy="576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" name="流程图: 延期 114">
                <a:extLst>
                  <a:ext uri="{FF2B5EF4-FFF2-40B4-BE49-F238E27FC236}">
                    <a16:creationId xmlns:a16="http://schemas.microsoft.com/office/drawing/2014/main" id="{38886A45-DDEE-A390-6923-2843210C4698}"/>
                  </a:ext>
                </a:extLst>
              </p:cNvPr>
              <p:cNvSpPr/>
              <p:nvPr/>
            </p:nvSpPr>
            <p:spPr>
              <a:xfrm rot="10800000">
                <a:off x="10704332" y="5165680"/>
                <a:ext cx="430579" cy="86411"/>
              </a:xfrm>
              <a:custGeom>
                <a:avLst/>
                <a:gdLst>
                  <a:gd name="connsiteX0" fmla="*/ 0 w 444617"/>
                  <a:gd name="connsiteY0" fmla="*/ 0 h 86297"/>
                  <a:gd name="connsiteX1" fmla="*/ 222309 w 444617"/>
                  <a:gd name="connsiteY1" fmla="*/ 0 h 86297"/>
                  <a:gd name="connsiteX2" fmla="*/ 444618 w 444617"/>
                  <a:gd name="connsiteY2" fmla="*/ 43149 h 86297"/>
                  <a:gd name="connsiteX3" fmla="*/ 222309 w 444617"/>
                  <a:gd name="connsiteY3" fmla="*/ 86298 h 86297"/>
                  <a:gd name="connsiteX4" fmla="*/ 0 w 444617"/>
                  <a:gd name="connsiteY4" fmla="*/ 86297 h 86297"/>
                  <a:gd name="connsiteX5" fmla="*/ 0 w 444617"/>
                  <a:gd name="connsiteY5" fmla="*/ 0 h 86297"/>
                  <a:gd name="connsiteX0" fmla="*/ 0 w 450092"/>
                  <a:gd name="connsiteY0" fmla="*/ 0 h 91061"/>
                  <a:gd name="connsiteX1" fmla="*/ 222309 w 450092"/>
                  <a:gd name="connsiteY1" fmla="*/ 0 h 91061"/>
                  <a:gd name="connsiteX2" fmla="*/ 444618 w 450092"/>
                  <a:gd name="connsiteY2" fmla="*/ 43149 h 91061"/>
                  <a:gd name="connsiteX3" fmla="*/ 322322 w 450092"/>
                  <a:gd name="connsiteY3" fmla="*/ 91061 h 91061"/>
                  <a:gd name="connsiteX4" fmla="*/ 0 w 450092"/>
                  <a:gd name="connsiteY4" fmla="*/ 86297 h 91061"/>
                  <a:gd name="connsiteX5" fmla="*/ 0 w 450092"/>
                  <a:gd name="connsiteY5" fmla="*/ 0 h 91061"/>
                  <a:gd name="connsiteX0" fmla="*/ 0 w 445341"/>
                  <a:gd name="connsiteY0" fmla="*/ 0 h 91061"/>
                  <a:gd name="connsiteX1" fmla="*/ 331846 w 445341"/>
                  <a:gd name="connsiteY1" fmla="*/ 0 h 91061"/>
                  <a:gd name="connsiteX2" fmla="*/ 444618 w 445341"/>
                  <a:gd name="connsiteY2" fmla="*/ 43149 h 91061"/>
                  <a:gd name="connsiteX3" fmla="*/ 322322 w 445341"/>
                  <a:gd name="connsiteY3" fmla="*/ 91061 h 91061"/>
                  <a:gd name="connsiteX4" fmla="*/ 0 w 445341"/>
                  <a:gd name="connsiteY4" fmla="*/ 86297 h 91061"/>
                  <a:gd name="connsiteX5" fmla="*/ 0 w 445341"/>
                  <a:gd name="connsiteY5" fmla="*/ 0 h 91061"/>
                  <a:gd name="connsiteX0" fmla="*/ 0 w 445476"/>
                  <a:gd name="connsiteY0" fmla="*/ 0 h 93442"/>
                  <a:gd name="connsiteX1" fmla="*/ 331846 w 445476"/>
                  <a:gd name="connsiteY1" fmla="*/ 0 h 93442"/>
                  <a:gd name="connsiteX2" fmla="*/ 444618 w 445476"/>
                  <a:gd name="connsiteY2" fmla="*/ 43149 h 93442"/>
                  <a:gd name="connsiteX3" fmla="*/ 336609 w 445476"/>
                  <a:gd name="connsiteY3" fmla="*/ 93442 h 93442"/>
                  <a:gd name="connsiteX4" fmla="*/ 0 w 445476"/>
                  <a:gd name="connsiteY4" fmla="*/ 86297 h 93442"/>
                  <a:gd name="connsiteX5" fmla="*/ 0 w 445476"/>
                  <a:gd name="connsiteY5" fmla="*/ 0 h 93442"/>
                  <a:gd name="connsiteX0" fmla="*/ 0 w 444638"/>
                  <a:gd name="connsiteY0" fmla="*/ 0 h 93442"/>
                  <a:gd name="connsiteX1" fmla="*/ 331846 w 444638"/>
                  <a:gd name="connsiteY1" fmla="*/ 0 h 93442"/>
                  <a:gd name="connsiteX2" fmla="*/ 444618 w 444638"/>
                  <a:gd name="connsiteY2" fmla="*/ 43149 h 93442"/>
                  <a:gd name="connsiteX3" fmla="*/ 336609 w 444638"/>
                  <a:gd name="connsiteY3" fmla="*/ 93442 h 93442"/>
                  <a:gd name="connsiteX4" fmla="*/ 0 w 444638"/>
                  <a:gd name="connsiteY4" fmla="*/ 86297 h 93442"/>
                  <a:gd name="connsiteX5" fmla="*/ 0 w 444638"/>
                  <a:gd name="connsiteY5" fmla="*/ 0 h 93442"/>
                  <a:gd name="connsiteX0" fmla="*/ 0 w 431937"/>
                  <a:gd name="connsiteY0" fmla="*/ 0 h 93442"/>
                  <a:gd name="connsiteX1" fmla="*/ 331846 w 431937"/>
                  <a:gd name="connsiteY1" fmla="*/ 0 h 93442"/>
                  <a:gd name="connsiteX2" fmla="*/ 430331 w 431937"/>
                  <a:gd name="connsiteY2" fmla="*/ 47912 h 93442"/>
                  <a:gd name="connsiteX3" fmla="*/ 336609 w 431937"/>
                  <a:gd name="connsiteY3" fmla="*/ 93442 h 93442"/>
                  <a:gd name="connsiteX4" fmla="*/ 0 w 431937"/>
                  <a:gd name="connsiteY4" fmla="*/ 86297 h 93442"/>
                  <a:gd name="connsiteX5" fmla="*/ 0 w 431937"/>
                  <a:gd name="connsiteY5" fmla="*/ 0 h 93442"/>
                  <a:gd name="connsiteX0" fmla="*/ 0 w 430382"/>
                  <a:gd name="connsiteY0" fmla="*/ 116 h 93558"/>
                  <a:gd name="connsiteX1" fmla="*/ 331846 w 430382"/>
                  <a:gd name="connsiteY1" fmla="*/ 116 h 93558"/>
                  <a:gd name="connsiteX2" fmla="*/ 430331 w 430382"/>
                  <a:gd name="connsiteY2" fmla="*/ 48028 h 93558"/>
                  <a:gd name="connsiteX3" fmla="*/ 336609 w 430382"/>
                  <a:gd name="connsiteY3" fmla="*/ 93558 h 93558"/>
                  <a:gd name="connsiteX4" fmla="*/ 0 w 430382"/>
                  <a:gd name="connsiteY4" fmla="*/ 86413 h 93558"/>
                  <a:gd name="connsiteX5" fmla="*/ 0 w 430382"/>
                  <a:gd name="connsiteY5" fmla="*/ 116 h 93558"/>
                  <a:gd name="connsiteX0" fmla="*/ 0 w 430579"/>
                  <a:gd name="connsiteY0" fmla="*/ 113 h 86411"/>
                  <a:gd name="connsiteX1" fmla="*/ 331846 w 430579"/>
                  <a:gd name="connsiteY1" fmla="*/ 113 h 86411"/>
                  <a:gd name="connsiteX2" fmla="*/ 430331 w 430579"/>
                  <a:gd name="connsiteY2" fmla="*/ 48025 h 86411"/>
                  <a:gd name="connsiteX3" fmla="*/ 341372 w 430579"/>
                  <a:gd name="connsiteY3" fmla="*/ 86411 h 86411"/>
                  <a:gd name="connsiteX4" fmla="*/ 0 w 430579"/>
                  <a:gd name="connsiteY4" fmla="*/ 86410 h 86411"/>
                  <a:gd name="connsiteX5" fmla="*/ 0 w 430579"/>
                  <a:gd name="connsiteY5" fmla="*/ 113 h 86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0579" h="86411">
                    <a:moveTo>
                      <a:pt x="0" y="113"/>
                    </a:moveTo>
                    <a:lnTo>
                      <a:pt x="331846" y="113"/>
                    </a:lnTo>
                    <a:cubicBezTo>
                      <a:pt x="421286" y="-2268"/>
                      <a:pt x="428743" y="33642"/>
                      <a:pt x="430331" y="48025"/>
                    </a:cubicBezTo>
                    <a:cubicBezTo>
                      <a:pt x="431919" y="62408"/>
                      <a:pt x="428431" y="81649"/>
                      <a:pt x="341372" y="86411"/>
                    </a:cubicBezTo>
                    <a:lnTo>
                      <a:pt x="0" y="86410"/>
                    </a:lnTo>
                    <a:lnTo>
                      <a:pt x="0" y="113"/>
                    </a:ln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90F980CF-0455-151A-0D5D-799EA4B37932}"/>
                  </a:ext>
                </a:extLst>
              </p:cNvPr>
              <p:cNvSpPr/>
              <p:nvPr/>
            </p:nvSpPr>
            <p:spPr>
              <a:xfrm>
                <a:off x="10791840" y="5257342"/>
                <a:ext cx="94170" cy="13849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A6C808CD-3507-05C5-2C2E-6E3505E0DF62}"/>
                </a:ext>
              </a:extLst>
            </p:cNvPr>
            <p:cNvGrpSpPr/>
            <p:nvPr/>
          </p:nvGrpSpPr>
          <p:grpSpPr>
            <a:xfrm flipH="1">
              <a:off x="617920" y="4539493"/>
              <a:ext cx="886582" cy="854972"/>
              <a:chOff x="10704332" y="4540868"/>
              <a:chExt cx="886582" cy="854972"/>
            </a:xfrm>
          </p:grpSpPr>
          <p:sp>
            <p:nvSpPr>
              <p:cNvPr id="128" name="流程图: 手动操作 127">
                <a:extLst>
                  <a:ext uri="{FF2B5EF4-FFF2-40B4-BE49-F238E27FC236}">
                    <a16:creationId xmlns:a16="http://schemas.microsoft.com/office/drawing/2014/main" id="{B3DB93F7-C29C-6551-3F6A-3181F76667C8}"/>
                  </a:ext>
                </a:extLst>
              </p:cNvPr>
              <p:cNvSpPr/>
              <p:nvPr/>
            </p:nvSpPr>
            <p:spPr>
              <a:xfrm>
                <a:off x="11192873" y="4603342"/>
                <a:ext cx="337151" cy="138446"/>
              </a:xfrm>
              <a:prstGeom prst="flowChartManualOperation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23BB85C5-52BD-C8EB-B270-1C2840364155}"/>
                  </a:ext>
                </a:extLst>
              </p:cNvPr>
              <p:cNvSpPr/>
              <p:nvPr/>
            </p:nvSpPr>
            <p:spPr>
              <a:xfrm>
                <a:off x="11136962" y="4540868"/>
                <a:ext cx="453952" cy="576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矩形 129">
                <a:extLst>
                  <a:ext uri="{FF2B5EF4-FFF2-40B4-BE49-F238E27FC236}">
                    <a16:creationId xmlns:a16="http://schemas.microsoft.com/office/drawing/2014/main" id="{83B9B2E7-2CF9-06F5-B214-CEC8C8EDC778}"/>
                  </a:ext>
                </a:extLst>
              </p:cNvPr>
              <p:cNvSpPr/>
              <p:nvPr/>
            </p:nvSpPr>
            <p:spPr>
              <a:xfrm>
                <a:off x="11265145" y="4746377"/>
                <a:ext cx="198193" cy="11536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91BF4764-0B57-041E-7CA8-164943FE9BDF}"/>
                  </a:ext>
                </a:extLst>
              </p:cNvPr>
              <p:cNvSpPr/>
              <p:nvPr/>
            </p:nvSpPr>
            <p:spPr>
              <a:xfrm>
                <a:off x="11138072" y="4869476"/>
                <a:ext cx="444617" cy="52636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FF8E9844-B41C-9D86-3E8C-CE4410E2C166}"/>
                  </a:ext>
                </a:extLst>
              </p:cNvPr>
              <p:cNvSpPr/>
              <p:nvPr/>
            </p:nvSpPr>
            <p:spPr>
              <a:xfrm>
                <a:off x="11219548" y="4954189"/>
                <a:ext cx="288000" cy="2016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矩形 132">
                <a:extLst>
                  <a:ext uri="{FF2B5EF4-FFF2-40B4-BE49-F238E27FC236}">
                    <a16:creationId xmlns:a16="http://schemas.microsoft.com/office/drawing/2014/main" id="{CB90D147-C0E2-2F19-6EAF-B94EF55B2250}"/>
                  </a:ext>
                </a:extLst>
              </p:cNvPr>
              <p:cNvSpPr/>
              <p:nvPr/>
            </p:nvSpPr>
            <p:spPr>
              <a:xfrm>
                <a:off x="11220818" y="5194384"/>
                <a:ext cx="288000" cy="576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流程图: 延期 114">
                <a:extLst>
                  <a:ext uri="{FF2B5EF4-FFF2-40B4-BE49-F238E27FC236}">
                    <a16:creationId xmlns:a16="http://schemas.microsoft.com/office/drawing/2014/main" id="{A8CF8CBB-D688-377C-1845-0142516ADCBC}"/>
                  </a:ext>
                </a:extLst>
              </p:cNvPr>
              <p:cNvSpPr/>
              <p:nvPr/>
            </p:nvSpPr>
            <p:spPr>
              <a:xfrm rot="10800000">
                <a:off x="10704332" y="5165680"/>
                <a:ext cx="430579" cy="86411"/>
              </a:xfrm>
              <a:custGeom>
                <a:avLst/>
                <a:gdLst>
                  <a:gd name="connsiteX0" fmla="*/ 0 w 444617"/>
                  <a:gd name="connsiteY0" fmla="*/ 0 h 86297"/>
                  <a:gd name="connsiteX1" fmla="*/ 222309 w 444617"/>
                  <a:gd name="connsiteY1" fmla="*/ 0 h 86297"/>
                  <a:gd name="connsiteX2" fmla="*/ 444618 w 444617"/>
                  <a:gd name="connsiteY2" fmla="*/ 43149 h 86297"/>
                  <a:gd name="connsiteX3" fmla="*/ 222309 w 444617"/>
                  <a:gd name="connsiteY3" fmla="*/ 86298 h 86297"/>
                  <a:gd name="connsiteX4" fmla="*/ 0 w 444617"/>
                  <a:gd name="connsiteY4" fmla="*/ 86297 h 86297"/>
                  <a:gd name="connsiteX5" fmla="*/ 0 w 444617"/>
                  <a:gd name="connsiteY5" fmla="*/ 0 h 86297"/>
                  <a:gd name="connsiteX0" fmla="*/ 0 w 450092"/>
                  <a:gd name="connsiteY0" fmla="*/ 0 h 91061"/>
                  <a:gd name="connsiteX1" fmla="*/ 222309 w 450092"/>
                  <a:gd name="connsiteY1" fmla="*/ 0 h 91061"/>
                  <a:gd name="connsiteX2" fmla="*/ 444618 w 450092"/>
                  <a:gd name="connsiteY2" fmla="*/ 43149 h 91061"/>
                  <a:gd name="connsiteX3" fmla="*/ 322322 w 450092"/>
                  <a:gd name="connsiteY3" fmla="*/ 91061 h 91061"/>
                  <a:gd name="connsiteX4" fmla="*/ 0 w 450092"/>
                  <a:gd name="connsiteY4" fmla="*/ 86297 h 91061"/>
                  <a:gd name="connsiteX5" fmla="*/ 0 w 450092"/>
                  <a:gd name="connsiteY5" fmla="*/ 0 h 91061"/>
                  <a:gd name="connsiteX0" fmla="*/ 0 w 445341"/>
                  <a:gd name="connsiteY0" fmla="*/ 0 h 91061"/>
                  <a:gd name="connsiteX1" fmla="*/ 331846 w 445341"/>
                  <a:gd name="connsiteY1" fmla="*/ 0 h 91061"/>
                  <a:gd name="connsiteX2" fmla="*/ 444618 w 445341"/>
                  <a:gd name="connsiteY2" fmla="*/ 43149 h 91061"/>
                  <a:gd name="connsiteX3" fmla="*/ 322322 w 445341"/>
                  <a:gd name="connsiteY3" fmla="*/ 91061 h 91061"/>
                  <a:gd name="connsiteX4" fmla="*/ 0 w 445341"/>
                  <a:gd name="connsiteY4" fmla="*/ 86297 h 91061"/>
                  <a:gd name="connsiteX5" fmla="*/ 0 w 445341"/>
                  <a:gd name="connsiteY5" fmla="*/ 0 h 91061"/>
                  <a:gd name="connsiteX0" fmla="*/ 0 w 445476"/>
                  <a:gd name="connsiteY0" fmla="*/ 0 h 93442"/>
                  <a:gd name="connsiteX1" fmla="*/ 331846 w 445476"/>
                  <a:gd name="connsiteY1" fmla="*/ 0 h 93442"/>
                  <a:gd name="connsiteX2" fmla="*/ 444618 w 445476"/>
                  <a:gd name="connsiteY2" fmla="*/ 43149 h 93442"/>
                  <a:gd name="connsiteX3" fmla="*/ 336609 w 445476"/>
                  <a:gd name="connsiteY3" fmla="*/ 93442 h 93442"/>
                  <a:gd name="connsiteX4" fmla="*/ 0 w 445476"/>
                  <a:gd name="connsiteY4" fmla="*/ 86297 h 93442"/>
                  <a:gd name="connsiteX5" fmla="*/ 0 w 445476"/>
                  <a:gd name="connsiteY5" fmla="*/ 0 h 93442"/>
                  <a:gd name="connsiteX0" fmla="*/ 0 w 444638"/>
                  <a:gd name="connsiteY0" fmla="*/ 0 h 93442"/>
                  <a:gd name="connsiteX1" fmla="*/ 331846 w 444638"/>
                  <a:gd name="connsiteY1" fmla="*/ 0 h 93442"/>
                  <a:gd name="connsiteX2" fmla="*/ 444618 w 444638"/>
                  <a:gd name="connsiteY2" fmla="*/ 43149 h 93442"/>
                  <a:gd name="connsiteX3" fmla="*/ 336609 w 444638"/>
                  <a:gd name="connsiteY3" fmla="*/ 93442 h 93442"/>
                  <a:gd name="connsiteX4" fmla="*/ 0 w 444638"/>
                  <a:gd name="connsiteY4" fmla="*/ 86297 h 93442"/>
                  <a:gd name="connsiteX5" fmla="*/ 0 w 444638"/>
                  <a:gd name="connsiteY5" fmla="*/ 0 h 93442"/>
                  <a:gd name="connsiteX0" fmla="*/ 0 w 431937"/>
                  <a:gd name="connsiteY0" fmla="*/ 0 h 93442"/>
                  <a:gd name="connsiteX1" fmla="*/ 331846 w 431937"/>
                  <a:gd name="connsiteY1" fmla="*/ 0 h 93442"/>
                  <a:gd name="connsiteX2" fmla="*/ 430331 w 431937"/>
                  <a:gd name="connsiteY2" fmla="*/ 47912 h 93442"/>
                  <a:gd name="connsiteX3" fmla="*/ 336609 w 431937"/>
                  <a:gd name="connsiteY3" fmla="*/ 93442 h 93442"/>
                  <a:gd name="connsiteX4" fmla="*/ 0 w 431937"/>
                  <a:gd name="connsiteY4" fmla="*/ 86297 h 93442"/>
                  <a:gd name="connsiteX5" fmla="*/ 0 w 431937"/>
                  <a:gd name="connsiteY5" fmla="*/ 0 h 93442"/>
                  <a:gd name="connsiteX0" fmla="*/ 0 w 430382"/>
                  <a:gd name="connsiteY0" fmla="*/ 116 h 93558"/>
                  <a:gd name="connsiteX1" fmla="*/ 331846 w 430382"/>
                  <a:gd name="connsiteY1" fmla="*/ 116 h 93558"/>
                  <a:gd name="connsiteX2" fmla="*/ 430331 w 430382"/>
                  <a:gd name="connsiteY2" fmla="*/ 48028 h 93558"/>
                  <a:gd name="connsiteX3" fmla="*/ 336609 w 430382"/>
                  <a:gd name="connsiteY3" fmla="*/ 93558 h 93558"/>
                  <a:gd name="connsiteX4" fmla="*/ 0 w 430382"/>
                  <a:gd name="connsiteY4" fmla="*/ 86413 h 93558"/>
                  <a:gd name="connsiteX5" fmla="*/ 0 w 430382"/>
                  <a:gd name="connsiteY5" fmla="*/ 116 h 93558"/>
                  <a:gd name="connsiteX0" fmla="*/ 0 w 430579"/>
                  <a:gd name="connsiteY0" fmla="*/ 113 h 86411"/>
                  <a:gd name="connsiteX1" fmla="*/ 331846 w 430579"/>
                  <a:gd name="connsiteY1" fmla="*/ 113 h 86411"/>
                  <a:gd name="connsiteX2" fmla="*/ 430331 w 430579"/>
                  <a:gd name="connsiteY2" fmla="*/ 48025 h 86411"/>
                  <a:gd name="connsiteX3" fmla="*/ 341372 w 430579"/>
                  <a:gd name="connsiteY3" fmla="*/ 86411 h 86411"/>
                  <a:gd name="connsiteX4" fmla="*/ 0 w 430579"/>
                  <a:gd name="connsiteY4" fmla="*/ 86410 h 86411"/>
                  <a:gd name="connsiteX5" fmla="*/ 0 w 430579"/>
                  <a:gd name="connsiteY5" fmla="*/ 113 h 86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0579" h="86411">
                    <a:moveTo>
                      <a:pt x="0" y="113"/>
                    </a:moveTo>
                    <a:lnTo>
                      <a:pt x="331846" y="113"/>
                    </a:lnTo>
                    <a:cubicBezTo>
                      <a:pt x="421286" y="-2268"/>
                      <a:pt x="428743" y="33642"/>
                      <a:pt x="430331" y="48025"/>
                    </a:cubicBezTo>
                    <a:cubicBezTo>
                      <a:pt x="431919" y="62408"/>
                      <a:pt x="428431" y="81649"/>
                      <a:pt x="341372" y="86411"/>
                    </a:cubicBezTo>
                    <a:lnTo>
                      <a:pt x="0" y="86410"/>
                    </a:lnTo>
                    <a:lnTo>
                      <a:pt x="0" y="113"/>
                    </a:ln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24AAB275-5781-CF93-ED4F-E4B5F186BBD4}"/>
                  </a:ext>
                </a:extLst>
              </p:cNvPr>
              <p:cNvSpPr/>
              <p:nvPr/>
            </p:nvSpPr>
            <p:spPr>
              <a:xfrm>
                <a:off x="10791840" y="5257342"/>
                <a:ext cx="94170" cy="13849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7" name="组合 136">
              <a:extLst>
                <a:ext uri="{FF2B5EF4-FFF2-40B4-BE49-F238E27FC236}">
                  <a16:creationId xmlns:a16="http://schemas.microsoft.com/office/drawing/2014/main" id="{917CCD4D-A7A6-F8E2-203B-4164C137B054}"/>
                </a:ext>
              </a:extLst>
            </p:cNvPr>
            <p:cNvGrpSpPr/>
            <p:nvPr/>
          </p:nvGrpSpPr>
          <p:grpSpPr>
            <a:xfrm flipH="1">
              <a:off x="475255" y="1548615"/>
              <a:ext cx="835395" cy="2845592"/>
              <a:chOff x="10886009" y="1571523"/>
              <a:chExt cx="835395" cy="2845592"/>
            </a:xfrm>
          </p:grpSpPr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5636AD52-5AB2-2C69-49CF-8DA4CEB61B9F}"/>
                  </a:ext>
                </a:extLst>
              </p:cNvPr>
              <p:cNvSpPr/>
              <p:nvPr/>
            </p:nvSpPr>
            <p:spPr>
              <a:xfrm>
                <a:off x="10886009" y="2290249"/>
                <a:ext cx="288000" cy="2160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9" name="直接连接符 138">
                <a:extLst>
                  <a:ext uri="{FF2B5EF4-FFF2-40B4-BE49-F238E27FC236}">
                    <a16:creationId xmlns:a16="http://schemas.microsoft.com/office/drawing/2014/main" id="{CBD032CD-1890-E208-9B3A-D86E3540FDA2}"/>
                  </a:ext>
                </a:extLst>
              </p:cNvPr>
              <p:cNvCxnSpPr/>
              <p:nvPr/>
            </p:nvCxnSpPr>
            <p:spPr>
              <a:xfrm>
                <a:off x="11034318" y="2506249"/>
                <a:ext cx="0" cy="1080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连接符 139">
                <a:extLst>
                  <a:ext uri="{FF2B5EF4-FFF2-40B4-BE49-F238E27FC236}">
                    <a16:creationId xmlns:a16="http://schemas.microsoft.com/office/drawing/2014/main" id="{A4D6EDE8-22E7-9350-4B73-1DFB8F53E1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1031340" y="2547107"/>
                <a:ext cx="0" cy="144000"/>
              </a:xfrm>
              <a:prstGeom prst="line">
                <a:avLst/>
              </a:prstGeom>
              <a:ln w="222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椭圆 140">
                <a:extLst>
                  <a:ext uri="{FF2B5EF4-FFF2-40B4-BE49-F238E27FC236}">
                    <a16:creationId xmlns:a16="http://schemas.microsoft.com/office/drawing/2014/main" id="{8D2E2D75-AAF4-BF5A-7B1E-77145FF2E79F}"/>
                  </a:ext>
                </a:extLst>
              </p:cNvPr>
              <p:cNvSpPr/>
              <p:nvPr/>
            </p:nvSpPr>
            <p:spPr>
              <a:xfrm>
                <a:off x="11258550" y="2137228"/>
                <a:ext cx="200025" cy="2016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" name="流程图: 延期 141">
                <a:extLst>
                  <a:ext uri="{FF2B5EF4-FFF2-40B4-BE49-F238E27FC236}">
                    <a16:creationId xmlns:a16="http://schemas.microsoft.com/office/drawing/2014/main" id="{8D8FFB3B-4400-FF85-CC2C-0A6A6784DA34}"/>
                  </a:ext>
                </a:extLst>
              </p:cNvPr>
              <p:cNvSpPr/>
              <p:nvPr/>
            </p:nvSpPr>
            <p:spPr>
              <a:xfrm rot="16200000">
                <a:off x="11221537" y="2339539"/>
                <a:ext cx="274052" cy="274179"/>
              </a:xfrm>
              <a:prstGeom prst="flowChartDelay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A9B4B358-8419-7165-9A2D-67FC15C2F1D8}"/>
                  </a:ext>
                </a:extLst>
              </p:cNvPr>
              <p:cNvSpPr/>
              <p:nvPr/>
            </p:nvSpPr>
            <p:spPr>
              <a:xfrm>
                <a:off x="10896148" y="2869524"/>
                <a:ext cx="288000" cy="2160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44" name="直接连接符 143">
                <a:extLst>
                  <a:ext uri="{FF2B5EF4-FFF2-40B4-BE49-F238E27FC236}">
                    <a16:creationId xmlns:a16="http://schemas.microsoft.com/office/drawing/2014/main" id="{BA542117-0F9D-8D01-B97A-9671C9CB0970}"/>
                  </a:ext>
                </a:extLst>
              </p:cNvPr>
              <p:cNvCxnSpPr/>
              <p:nvPr/>
            </p:nvCxnSpPr>
            <p:spPr>
              <a:xfrm>
                <a:off x="11044457" y="3085524"/>
                <a:ext cx="0" cy="1080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接连接符 144">
                <a:extLst>
                  <a:ext uri="{FF2B5EF4-FFF2-40B4-BE49-F238E27FC236}">
                    <a16:creationId xmlns:a16="http://schemas.microsoft.com/office/drawing/2014/main" id="{F34A8764-BB7B-A0F7-2A9D-9DA040C594F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1041479" y="3126382"/>
                <a:ext cx="0" cy="144000"/>
              </a:xfrm>
              <a:prstGeom prst="line">
                <a:avLst/>
              </a:prstGeom>
              <a:ln w="222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6" name="椭圆 145">
                <a:extLst>
                  <a:ext uri="{FF2B5EF4-FFF2-40B4-BE49-F238E27FC236}">
                    <a16:creationId xmlns:a16="http://schemas.microsoft.com/office/drawing/2014/main" id="{1A92443B-837B-C4D8-4D69-6848715DB82A}"/>
                  </a:ext>
                </a:extLst>
              </p:cNvPr>
              <p:cNvSpPr/>
              <p:nvPr/>
            </p:nvSpPr>
            <p:spPr>
              <a:xfrm>
                <a:off x="11268689" y="2716503"/>
                <a:ext cx="200025" cy="2016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" name="流程图: 延期 146">
                <a:extLst>
                  <a:ext uri="{FF2B5EF4-FFF2-40B4-BE49-F238E27FC236}">
                    <a16:creationId xmlns:a16="http://schemas.microsoft.com/office/drawing/2014/main" id="{484343D8-81A0-F53C-36C9-2281349FFE49}"/>
                  </a:ext>
                </a:extLst>
              </p:cNvPr>
              <p:cNvSpPr/>
              <p:nvPr/>
            </p:nvSpPr>
            <p:spPr>
              <a:xfrm rot="16200000">
                <a:off x="11231676" y="2918814"/>
                <a:ext cx="274052" cy="274179"/>
              </a:xfrm>
              <a:prstGeom prst="flowChartDelay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" name="矩形 147">
                <a:extLst>
                  <a:ext uri="{FF2B5EF4-FFF2-40B4-BE49-F238E27FC236}">
                    <a16:creationId xmlns:a16="http://schemas.microsoft.com/office/drawing/2014/main" id="{D50EB6CA-5EA6-3D8D-CB1E-F0552251B743}"/>
                  </a:ext>
                </a:extLst>
              </p:cNvPr>
              <p:cNvSpPr/>
              <p:nvPr/>
            </p:nvSpPr>
            <p:spPr>
              <a:xfrm>
                <a:off x="10899937" y="3429749"/>
                <a:ext cx="288000" cy="2160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49" name="直接连接符 148">
                <a:extLst>
                  <a:ext uri="{FF2B5EF4-FFF2-40B4-BE49-F238E27FC236}">
                    <a16:creationId xmlns:a16="http://schemas.microsoft.com/office/drawing/2014/main" id="{FB62AE3D-DA4F-4BE1-7598-6366FDAE2533}"/>
                  </a:ext>
                </a:extLst>
              </p:cNvPr>
              <p:cNvCxnSpPr/>
              <p:nvPr/>
            </p:nvCxnSpPr>
            <p:spPr>
              <a:xfrm>
                <a:off x="11048246" y="3645749"/>
                <a:ext cx="0" cy="1080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>
                <a:extLst>
                  <a:ext uri="{FF2B5EF4-FFF2-40B4-BE49-F238E27FC236}">
                    <a16:creationId xmlns:a16="http://schemas.microsoft.com/office/drawing/2014/main" id="{A8E4037D-7B63-C098-5A8A-8A9B0B63093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1045268" y="3686607"/>
                <a:ext cx="0" cy="144000"/>
              </a:xfrm>
              <a:prstGeom prst="line">
                <a:avLst/>
              </a:prstGeom>
              <a:ln w="222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1" name="椭圆 150">
                <a:extLst>
                  <a:ext uri="{FF2B5EF4-FFF2-40B4-BE49-F238E27FC236}">
                    <a16:creationId xmlns:a16="http://schemas.microsoft.com/office/drawing/2014/main" id="{4B09D36E-1F2A-D404-2B88-0F435F9705EC}"/>
                  </a:ext>
                </a:extLst>
              </p:cNvPr>
              <p:cNvSpPr/>
              <p:nvPr/>
            </p:nvSpPr>
            <p:spPr>
              <a:xfrm>
                <a:off x="11272478" y="3276728"/>
                <a:ext cx="200025" cy="2016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" name="流程图: 延期 151">
                <a:extLst>
                  <a:ext uri="{FF2B5EF4-FFF2-40B4-BE49-F238E27FC236}">
                    <a16:creationId xmlns:a16="http://schemas.microsoft.com/office/drawing/2014/main" id="{E13540CF-5B26-78E1-2C12-31448F9D119C}"/>
                  </a:ext>
                </a:extLst>
              </p:cNvPr>
              <p:cNvSpPr/>
              <p:nvPr/>
            </p:nvSpPr>
            <p:spPr>
              <a:xfrm rot="16200000">
                <a:off x="11235465" y="3479039"/>
                <a:ext cx="274052" cy="274179"/>
              </a:xfrm>
              <a:prstGeom prst="flowChartDelay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" name="椭圆 152">
                <a:extLst>
                  <a:ext uri="{FF2B5EF4-FFF2-40B4-BE49-F238E27FC236}">
                    <a16:creationId xmlns:a16="http://schemas.microsoft.com/office/drawing/2014/main" id="{5BA8DFDD-0B93-A8E3-2178-5AA6FDEA9CDE}"/>
                  </a:ext>
                </a:extLst>
              </p:cNvPr>
              <p:cNvSpPr/>
              <p:nvPr/>
            </p:nvSpPr>
            <p:spPr>
              <a:xfrm>
                <a:off x="11258551" y="1571523"/>
                <a:ext cx="200025" cy="2016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" name="流程图: 延期 153">
                <a:extLst>
                  <a:ext uri="{FF2B5EF4-FFF2-40B4-BE49-F238E27FC236}">
                    <a16:creationId xmlns:a16="http://schemas.microsoft.com/office/drawing/2014/main" id="{372FE413-6CA7-AB87-F3BA-6F33134F15A8}"/>
                  </a:ext>
                </a:extLst>
              </p:cNvPr>
              <p:cNvSpPr/>
              <p:nvPr/>
            </p:nvSpPr>
            <p:spPr>
              <a:xfrm rot="16200000">
                <a:off x="11221538" y="1773834"/>
                <a:ext cx="274052" cy="274179"/>
              </a:xfrm>
              <a:prstGeom prst="flowChartDelay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" name="矩形: 圆角 154">
                <a:extLst>
                  <a:ext uri="{FF2B5EF4-FFF2-40B4-BE49-F238E27FC236}">
                    <a16:creationId xmlns:a16="http://schemas.microsoft.com/office/drawing/2014/main" id="{08146CFD-96C9-E4C0-89AF-293004A962B5}"/>
                  </a:ext>
                </a:extLst>
              </p:cNvPr>
              <p:cNvSpPr/>
              <p:nvPr/>
            </p:nvSpPr>
            <p:spPr>
              <a:xfrm>
                <a:off x="11039719" y="1786864"/>
                <a:ext cx="153154" cy="27699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56" name="直接连接符 155">
                <a:extLst>
                  <a:ext uri="{FF2B5EF4-FFF2-40B4-BE49-F238E27FC236}">
                    <a16:creationId xmlns:a16="http://schemas.microsoft.com/office/drawing/2014/main" id="{DB665B43-BBB9-694D-F87D-685FB2D310A6}"/>
                  </a:ext>
                </a:extLst>
              </p:cNvPr>
              <p:cNvCxnSpPr/>
              <p:nvPr/>
            </p:nvCxnSpPr>
            <p:spPr>
              <a:xfrm>
                <a:off x="11056971" y="1967327"/>
                <a:ext cx="13590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7" name="椭圆 156">
                <a:extLst>
                  <a:ext uri="{FF2B5EF4-FFF2-40B4-BE49-F238E27FC236}">
                    <a16:creationId xmlns:a16="http://schemas.microsoft.com/office/drawing/2014/main" id="{5CB80A41-5C13-0D73-CBF4-465B18B11358}"/>
                  </a:ext>
                </a:extLst>
              </p:cNvPr>
              <p:cNvSpPr/>
              <p:nvPr/>
            </p:nvSpPr>
            <p:spPr>
              <a:xfrm>
                <a:off x="11095479" y="1985328"/>
                <a:ext cx="36000" cy="36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" name="矩形 157">
                <a:extLst>
                  <a:ext uri="{FF2B5EF4-FFF2-40B4-BE49-F238E27FC236}">
                    <a16:creationId xmlns:a16="http://schemas.microsoft.com/office/drawing/2014/main" id="{C81D2C99-102E-DB2C-C809-22A7DCEE05C0}"/>
                  </a:ext>
                </a:extLst>
              </p:cNvPr>
              <p:cNvSpPr/>
              <p:nvPr/>
            </p:nvSpPr>
            <p:spPr>
              <a:xfrm>
                <a:off x="11087961" y="3877115"/>
                <a:ext cx="540000" cy="5400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373B82E3-BEF1-70DC-A013-9E07675845A9}"/>
                  </a:ext>
                </a:extLst>
              </p:cNvPr>
              <p:cNvSpPr txBox="1"/>
              <p:nvPr/>
            </p:nvSpPr>
            <p:spPr>
              <a:xfrm>
                <a:off x="10994517" y="3923128"/>
                <a:ext cx="7268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 sz="1200" b="1"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defRPr>
                </a:lvl1pPr>
              </a:lstStyle>
              <a:p>
                <a:pPr algn="ctr"/>
                <a:r>
                  <a:rPr lang="zh-CN" altLang="en-US" b="0" dirty="0">
                    <a:latin typeface="Ebrima" panose="02000000000000000000" pitchFamily="2" charset="0"/>
                    <a:cs typeface="Ebrima" panose="02000000000000000000" pitchFamily="2" charset="0"/>
                  </a:rPr>
                  <a:t>ERP</a:t>
                </a:r>
                <a:endParaRPr lang="en-US" altLang="zh-CN" b="0" dirty="0">
                  <a:latin typeface="Ebrima" panose="02000000000000000000" pitchFamily="2" charset="0"/>
                  <a:ea typeface="Ebrima" panose="02000000000000000000" pitchFamily="2" charset="0"/>
                  <a:cs typeface="Ebrima" panose="02000000000000000000" pitchFamily="2" charset="0"/>
                </a:endParaRPr>
              </a:p>
              <a:p>
                <a:pPr algn="ctr"/>
                <a:r>
                  <a:rPr lang="zh-CN" altLang="en-US" b="0" dirty="0">
                    <a:latin typeface="Ebrima" panose="02000000000000000000" pitchFamily="2" charset="0"/>
                    <a:cs typeface="Ebrima" panose="02000000000000000000" pitchFamily="2" charset="0"/>
                  </a:rPr>
                  <a:t>system</a:t>
                </a:r>
              </a:p>
            </p:txBody>
          </p:sp>
        </p:grpSp>
        <p:cxnSp>
          <p:nvCxnSpPr>
            <p:cNvPr id="160" name="直接连接符 159">
              <a:extLst>
                <a:ext uri="{FF2B5EF4-FFF2-40B4-BE49-F238E27FC236}">
                  <a16:creationId xmlns:a16="http://schemas.microsoft.com/office/drawing/2014/main" id="{A2075F44-CE1B-6442-1A94-B214169874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041" y="1548615"/>
              <a:ext cx="0" cy="4018729"/>
            </a:xfrm>
            <a:prstGeom prst="line">
              <a:avLst/>
            </a:prstGeom>
            <a:ln w="2222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箭头连接符 160">
              <a:extLst>
                <a:ext uri="{FF2B5EF4-FFF2-40B4-BE49-F238E27FC236}">
                  <a16:creationId xmlns:a16="http://schemas.microsoft.com/office/drawing/2014/main" id="{4657FB63-1664-F563-F014-A4EB08F6D7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4945" y="1948179"/>
              <a:ext cx="480602" cy="0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箭头连接符 161">
              <a:extLst>
                <a:ext uri="{FF2B5EF4-FFF2-40B4-BE49-F238E27FC236}">
                  <a16:creationId xmlns:a16="http://schemas.microsoft.com/office/drawing/2014/main" id="{9B88CBBE-C81F-07AD-9C5E-90D1785069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07895" y="2083790"/>
              <a:ext cx="480602" cy="0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箭头连接符 162">
              <a:extLst>
                <a:ext uri="{FF2B5EF4-FFF2-40B4-BE49-F238E27FC236}">
                  <a16:creationId xmlns:a16="http://schemas.microsoft.com/office/drawing/2014/main" id="{EC5749E1-49B8-6591-ED46-3F3619F9CB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4740" y="4997591"/>
              <a:ext cx="480602" cy="0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箭头连接符 163">
              <a:extLst>
                <a:ext uri="{FF2B5EF4-FFF2-40B4-BE49-F238E27FC236}">
                  <a16:creationId xmlns:a16="http://schemas.microsoft.com/office/drawing/2014/main" id="{21A973FE-DE16-89E4-982F-5D89914E07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07690" y="4841102"/>
              <a:ext cx="480602" cy="0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476E5B77-3B74-AB83-A284-A4CA2D7D250F}"/>
                </a:ext>
              </a:extLst>
            </p:cNvPr>
            <p:cNvSpPr txBox="1"/>
            <p:nvPr/>
          </p:nvSpPr>
          <p:spPr>
            <a:xfrm flipH="1">
              <a:off x="2004522" y="1823349"/>
              <a:ext cx="6867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zh-CN" altLang="en-US" dirty="0"/>
                <a:t>SDK</a:t>
              </a:r>
            </a:p>
          </p:txBody>
        </p:sp>
        <p:sp>
          <p:nvSpPr>
            <p:cNvPr id="166" name="文本框 165">
              <a:extLst>
                <a:ext uri="{FF2B5EF4-FFF2-40B4-BE49-F238E27FC236}">
                  <a16:creationId xmlns:a16="http://schemas.microsoft.com/office/drawing/2014/main" id="{3AAF1413-EB78-DA38-B48F-7B9E1FFD3BCB}"/>
                </a:ext>
              </a:extLst>
            </p:cNvPr>
            <p:cNvSpPr txBox="1"/>
            <p:nvPr/>
          </p:nvSpPr>
          <p:spPr>
            <a:xfrm flipH="1">
              <a:off x="2016872" y="4574541"/>
              <a:ext cx="6867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zh-CN" altLang="en-US" dirty="0"/>
                <a:t>SDK</a:t>
              </a:r>
            </a:p>
          </p:txBody>
        </p:sp>
        <p:cxnSp>
          <p:nvCxnSpPr>
            <p:cNvPr id="167" name="直接连接符 166">
              <a:extLst>
                <a:ext uri="{FF2B5EF4-FFF2-40B4-BE49-F238E27FC236}">
                  <a16:creationId xmlns:a16="http://schemas.microsoft.com/office/drawing/2014/main" id="{31EF1BEB-5814-4504-26F4-066736C00617}"/>
                </a:ext>
              </a:extLst>
            </p:cNvPr>
            <p:cNvCxnSpPr/>
            <p:nvPr/>
          </p:nvCxnSpPr>
          <p:spPr>
            <a:xfrm flipH="1">
              <a:off x="2348196" y="1809679"/>
              <a:ext cx="0" cy="3610046"/>
            </a:xfrm>
            <a:prstGeom prst="line">
              <a:avLst/>
            </a:prstGeom>
            <a:ln w="2222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矩形 167">
              <a:extLst>
                <a:ext uri="{FF2B5EF4-FFF2-40B4-BE49-F238E27FC236}">
                  <a16:creationId xmlns:a16="http://schemas.microsoft.com/office/drawing/2014/main" id="{DD57A5D9-983D-680A-B6DE-33D588CCEB8E}"/>
                </a:ext>
              </a:extLst>
            </p:cNvPr>
            <p:cNvSpPr/>
            <p:nvPr/>
          </p:nvSpPr>
          <p:spPr>
            <a:xfrm flipH="1">
              <a:off x="1693201" y="2353869"/>
              <a:ext cx="540000" cy="540000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9" name="矩形 168">
              <a:extLst>
                <a:ext uri="{FF2B5EF4-FFF2-40B4-BE49-F238E27FC236}">
                  <a16:creationId xmlns:a16="http://schemas.microsoft.com/office/drawing/2014/main" id="{A96A9A4B-8FAE-C2E9-C0A9-6B08510A8241}"/>
                </a:ext>
              </a:extLst>
            </p:cNvPr>
            <p:cNvSpPr/>
            <p:nvPr/>
          </p:nvSpPr>
          <p:spPr>
            <a:xfrm flipH="1">
              <a:off x="1693201" y="3093752"/>
              <a:ext cx="540000" cy="540000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9404CDB1-37D8-994B-E69A-D4FDEBF4C7AA}"/>
                </a:ext>
              </a:extLst>
            </p:cNvPr>
            <p:cNvSpPr/>
            <p:nvPr/>
          </p:nvSpPr>
          <p:spPr>
            <a:xfrm flipH="1">
              <a:off x="1693201" y="3833635"/>
              <a:ext cx="540000" cy="540000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文本框 170">
              <a:extLst>
                <a:ext uri="{FF2B5EF4-FFF2-40B4-BE49-F238E27FC236}">
                  <a16:creationId xmlns:a16="http://schemas.microsoft.com/office/drawing/2014/main" id="{DCC070F2-5725-9B62-A03A-5C8972F2B552}"/>
                </a:ext>
              </a:extLst>
            </p:cNvPr>
            <p:cNvSpPr txBox="1"/>
            <p:nvPr/>
          </p:nvSpPr>
          <p:spPr>
            <a:xfrm flipH="1">
              <a:off x="1710223" y="2476258"/>
              <a:ext cx="82497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rPr>
                <a:t>App1</a:t>
              </a:r>
            </a:p>
          </p:txBody>
        </p:sp>
        <p:sp>
          <p:nvSpPr>
            <p:cNvPr id="172" name="文本框 171">
              <a:extLst>
                <a:ext uri="{FF2B5EF4-FFF2-40B4-BE49-F238E27FC236}">
                  <a16:creationId xmlns:a16="http://schemas.microsoft.com/office/drawing/2014/main" id="{A08FD4FD-A843-FDE5-3684-C532695F8519}"/>
                </a:ext>
              </a:extLst>
            </p:cNvPr>
            <p:cNvSpPr txBox="1"/>
            <p:nvPr/>
          </p:nvSpPr>
          <p:spPr>
            <a:xfrm flipH="1">
              <a:off x="1694216" y="3218480"/>
              <a:ext cx="82497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rPr>
                <a:t>App</a:t>
              </a:r>
              <a:r>
                <a:rPr lang="en-US" altLang="zh-CN" sz="1200" dirty="0">
                  <a:latin typeface="Ebrima" panose="02000000000000000000" pitchFamily="2" charset="0"/>
                  <a:ea typeface="Ebrima" panose="02000000000000000000" pitchFamily="2" charset="0"/>
                  <a:cs typeface="Ebrima" panose="02000000000000000000" pitchFamily="2" charset="0"/>
                </a:rPr>
                <a:t>2</a:t>
              </a:r>
              <a:endParaRPr lang="zh-CN" altLang="en-US" sz="1200" dirty="0">
                <a:latin typeface="Ebrima" panose="02000000000000000000" pitchFamily="2" charset="0"/>
                <a:ea typeface="Arial Unicode MS" panose="020B0604020202020204" pitchFamily="34" charset="-122"/>
                <a:cs typeface="Ebrima" panose="02000000000000000000" pitchFamily="2" charset="0"/>
              </a:endParaRPr>
            </a:p>
          </p:txBody>
        </p:sp>
        <p:sp>
          <p:nvSpPr>
            <p:cNvPr id="173" name="文本框 172">
              <a:extLst>
                <a:ext uri="{FF2B5EF4-FFF2-40B4-BE49-F238E27FC236}">
                  <a16:creationId xmlns:a16="http://schemas.microsoft.com/office/drawing/2014/main" id="{6D25211B-3878-CE82-882D-1BB29FA2D5F0}"/>
                </a:ext>
              </a:extLst>
            </p:cNvPr>
            <p:cNvSpPr txBox="1"/>
            <p:nvPr/>
          </p:nvSpPr>
          <p:spPr>
            <a:xfrm flipH="1">
              <a:off x="1678209" y="3960702"/>
              <a:ext cx="82497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rPr>
                <a:t>App</a:t>
              </a:r>
              <a:r>
                <a:rPr lang="en-US" altLang="zh-CN" sz="1200" dirty="0">
                  <a:latin typeface="Ebrima" panose="02000000000000000000" pitchFamily="2" charset="0"/>
                  <a:ea typeface="Ebrima" panose="02000000000000000000" pitchFamily="2" charset="0"/>
                  <a:cs typeface="Ebrima" panose="02000000000000000000" pitchFamily="2" charset="0"/>
                </a:rPr>
                <a:t>3</a:t>
              </a:r>
              <a:endParaRPr lang="zh-CN" altLang="en-US" sz="1200" dirty="0">
                <a:latin typeface="Ebrima" panose="02000000000000000000" pitchFamily="2" charset="0"/>
                <a:ea typeface="Arial Unicode MS" panose="020B0604020202020204" pitchFamily="34" charset="-122"/>
                <a:cs typeface="Ebrima" panose="02000000000000000000" pitchFamily="2" charset="0"/>
              </a:endParaRPr>
            </a:p>
          </p:txBody>
        </p: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DBA1D7F0-E631-4B51-3D81-D2326A4697F8}"/>
                </a:ext>
              </a:extLst>
            </p:cNvPr>
            <p:cNvSpPr txBox="1"/>
            <p:nvPr/>
          </p:nvSpPr>
          <p:spPr>
            <a:xfrm>
              <a:off x="1246820" y="1696925"/>
              <a:ext cx="6867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en-US" altLang="zh-CN" dirty="0"/>
                <a:t>API</a:t>
              </a:r>
              <a:endParaRPr lang="zh-CN" altLang="en-US" dirty="0"/>
            </a:p>
          </p:txBody>
        </p:sp>
        <p:sp>
          <p:nvSpPr>
            <p:cNvPr id="176" name="文本框 175">
              <a:extLst>
                <a:ext uri="{FF2B5EF4-FFF2-40B4-BE49-F238E27FC236}">
                  <a16:creationId xmlns:a16="http://schemas.microsoft.com/office/drawing/2014/main" id="{B61362D2-3851-7D15-917F-5CC239B4EDCE}"/>
                </a:ext>
              </a:extLst>
            </p:cNvPr>
            <p:cNvSpPr txBox="1"/>
            <p:nvPr/>
          </p:nvSpPr>
          <p:spPr>
            <a:xfrm>
              <a:off x="1239175" y="4724069"/>
              <a:ext cx="6867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en-US" altLang="zh-CN" dirty="0"/>
                <a:t>API</a:t>
              </a:r>
              <a:endParaRPr lang="zh-CN" altLang="en-US" dirty="0"/>
            </a:p>
          </p:txBody>
        </p: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E666C58E-F6CD-A750-BF6F-7626EE2732EE}"/>
                </a:ext>
              </a:extLst>
            </p:cNvPr>
            <p:cNvSpPr txBox="1"/>
            <p:nvPr/>
          </p:nvSpPr>
          <p:spPr>
            <a:xfrm>
              <a:off x="4894470" y="3603541"/>
              <a:ext cx="209722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zh-CN" altLang="en-US" dirty="0"/>
                <a:t>Network channel </a:t>
              </a:r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D7ABA08E-DF78-A1B1-E20C-3229FAD22770}"/>
                </a:ext>
              </a:extLst>
            </p:cNvPr>
            <p:cNvSpPr txBox="1"/>
            <p:nvPr/>
          </p:nvSpPr>
          <p:spPr>
            <a:xfrm>
              <a:off x="7322428" y="1410000"/>
              <a:ext cx="209722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en-US" altLang="zh-CN" dirty="0"/>
                <a:t>Organization B </a:t>
              </a:r>
              <a:endParaRPr lang="zh-CN" altLang="en-US" dirty="0"/>
            </a:p>
          </p:txBody>
        </p: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DC011A64-9A96-9E29-D346-1FBB1A211F27}"/>
                </a:ext>
              </a:extLst>
            </p:cNvPr>
            <p:cNvSpPr txBox="1"/>
            <p:nvPr/>
          </p:nvSpPr>
          <p:spPr>
            <a:xfrm>
              <a:off x="2341859" y="1410541"/>
              <a:ext cx="209722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en-US" altLang="zh-CN" dirty="0"/>
                <a:t>Organization A </a:t>
              </a:r>
              <a:endParaRPr lang="zh-CN" altLang="en-US" dirty="0"/>
            </a:p>
          </p:txBody>
        </p: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1308AB8A-C39E-EEE0-1087-4A61CF574FAB}"/>
                </a:ext>
              </a:extLst>
            </p:cNvPr>
            <p:cNvSpPr txBox="1"/>
            <p:nvPr/>
          </p:nvSpPr>
          <p:spPr>
            <a:xfrm>
              <a:off x="600076" y="1069620"/>
              <a:ext cx="10049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en-US" altLang="zh-CN" dirty="0"/>
                <a:t>Participants</a:t>
              </a:r>
              <a:endParaRPr lang="zh-CN" altLang="en-US" dirty="0"/>
            </a:p>
          </p:txBody>
        </p:sp>
        <p:sp>
          <p:nvSpPr>
            <p:cNvPr id="182" name="文本框 181">
              <a:extLst>
                <a:ext uri="{FF2B5EF4-FFF2-40B4-BE49-F238E27FC236}">
                  <a16:creationId xmlns:a16="http://schemas.microsoft.com/office/drawing/2014/main" id="{44C0707B-3D98-870C-5B34-336A537A1B18}"/>
                </a:ext>
              </a:extLst>
            </p:cNvPr>
            <p:cNvSpPr txBox="1"/>
            <p:nvPr/>
          </p:nvSpPr>
          <p:spPr>
            <a:xfrm>
              <a:off x="10684895" y="1116308"/>
              <a:ext cx="104609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en-US" altLang="zh-CN" dirty="0"/>
                <a:t>Participants</a:t>
              </a:r>
              <a:endParaRPr lang="zh-CN" altLang="en-US" dirty="0"/>
            </a:p>
          </p:txBody>
        </p:sp>
        <p:sp>
          <p:nvSpPr>
            <p:cNvPr id="183" name="文本框 182">
              <a:extLst>
                <a:ext uri="{FF2B5EF4-FFF2-40B4-BE49-F238E27FC236}">
                  <a16:creationId xmlns:a16="http://schemas.microsoft.com/office/drawing/2014/main" id="{C929E3B7-9C7F-B752-E079-A498A3B12B38}"/>
                </a:ext>
              </a:extLst>
            </p:cNvPr>
            <p:cNvSpPr txBox="1"/>
            <p:nvPr/>
          </p:nvSpPr>
          <p:spPr>
            <a:xfrm>
              <a:off x="10818967" y="5369501"/>
              <a:ext cx="104609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zh-CN" altLang="en-US"/>
                <a:t>Machine</a:t>
              </a:r>
              <a:endParaRPr lang="zh-CN" altLang="en-US" dirty="0"/>
            </a:p>
          </p:txBody>
        </p:sp>
        <p:sp>
          <p:nvSpPr>
            <p:cNvPr id="184" name="文本框 183">
              <a:extLst>
                <a:ext uri="{FF2B5EF4-FFF2-40B4-BE49-F238E27FC236}">
                  <a16:creationId xmlns:a16="http://schemas.microsoft.com/office/drawing/2014/main" id="{2EB73076-AE08-7589-26E0-CBDA62E1A383}"/>
                </a:ext>
              </a:extLst>
            </p:cNvPr>
            <p:cNvSpPr txBox="1"/>
            <p:nvPr/>
          </p:nvSpPr>
          <p:spPr>
            <a:xfrm>
              <a:off x="494270" y="5353818"/>
              <a:ext cx="76992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zh-CN" altLang="en-US" dirty="0"/>
                <a:t>Machine</a:t>
              </a:r>
            </a:p>
          </p:txBody>
        </p:sp>
        <p:cxnSp>
          <p:nvCxnSpPr>
            <p:cNvPr id="186" name="直接箭头连接符 185">
              <a:extLst>
                <a:ext uri="{FF2B5EF4-FFF2-40B4-BE49-F238E27FC236}">
                  <a16:creationId xmlns:a16="http://schemas.microsoft.com/office/drawing/2014/main" id="{7EE20F67-9C64-AC38-73F3-E0AEE80F07A3}"/>
                </a:ext>
              </a:extLst>
            </p:cNvPr>
            <p:cNvCxnSpPr/>
            <p:nvPr/>
          </p:nvCxnSpPr>
          <p:spPr>
            <a:xfrm>
              <a:off x="4988069" y="3346750"/>
              <a:ext cx="79231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箭头连接符 186">
              <a:extLst>
                <a:ext uri="{FF2B5EF4-FFF2-40B4-BE49-F238E27FC236}">
                  <a16:creationId xmlns:a16="http://schemas.microsoft.com/office/drawing/2014/main" id="{1088E57F-1456-DC39-2713-2F5A0339D5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31119" y="4156375"/>
              <a:ext cx="79231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79005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57</Words>
  <Application>Microsoft Office PowerPoint</Application>
  <PresentationFormat>宽屏</PresentationFormat>
  <Paragraphs>39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Ebrima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 G</dc:creator>
  <cp:lastModifiedBy>ZH G</cp:lastModifiedBy>
  <cp:revision>1</cp:revision>
  <dcterms:created xsi:type="dcterms:W3CDTF">2024-11-07T00:49:20Z</dcterms:created>
  <dcterms:modified xsi:type="dcterms:W3CDTF">2024-11-07T01:26:59Z</dcterms:modified>
</cp:coreProperties>
</file>